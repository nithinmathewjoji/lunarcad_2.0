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72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70" r:id="rId11"/>
    <p:sldId id="282" r:id="rId12"/>
    <p:sldId id="278" r:id="rId13"/>
    <p:sldId id="279" r:id="rId14"/>
    <p:sldId id="280" r:id="rId15"/>
    <p:sldId id="281" r:id="rId16"/>
    <p:sldId id="267" r:id="rId17"/>
    <p:sldId id="266" r:id="rId18"/>
    <p:sldId id="268" r:id="rId19"/>
    <p:sldId id="276" r:id="rId20"/>
    <p:sldId id="277" r:id="rId21"/>
    <p:sldId id="269" r:id="rId22"/>
    <p:sldId id="274" r:id="rId23"/>
    <p:sldId id="273" r:id="rId24"/>
    <p:sldId id="275" r:id="rId25"/>
    <p:sldId id="2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" id="{6F508038-1F49-4D85-B5C4-C53A04FAB917}">
          <p14:sldIdLst>
            <p14:sldId id="272"/>
            <p14:sldId id="257"/>
          </p14:sldIdLst>
        </p14:section>
        <p14:section name="set1" id="{64AFF839-89BE-4D36-B4D7-43B6E7CBF1E3}">
          <p14:sldIdLst>
            <p14:sldId id="258"/>
            <p14:sldId id="259"/>
          </p14:sldIdLst>
        </p14:section>
        <p14:section name="set2" id="{76A6D373-7432-4D46-BF99-D4C6230E9953}">
          <p14:sldIdLst>
            <p14:sldId id="261"/>
            <p14:sldId id="262"/>
          </p14:sldIdLst>
        </p14:section>
        <p14:section name="set3" id="{DC1A2BFD-E0AE-4AA9-B511-25D5D5E59BDE}">
          <p14:sldIdLst>
            <p14:sldId id="264"/>
            <p14:sldId id="263"/>
            <p14:sldId id="265"/>
            <p14:sldId id="270"/>
          </p14:sldIdLst>
        </p14:section>
        <p14:section name="calculations" id="{859A1E96-BEAA-40E0-9034-836289710242}">
          <p14:sldIdLst>
            <p14:sldId id="282"/>
            <p14:sldId id="278"/>
            <p14:sldId id="279"/>
            <p14:sldId id="280"/>
            <p14:sldId id="281"/>
          </p14:sldIdLst>
        </p14:section>
        <p14:section name="set4" id="{9E91C6A7-190D-4E45-82CC-47EE5CE9DC56}">
          <p14:sldIdLst>
            <p14:sldId id="267"/>
            <p14:sldId id="266"/>
            <p14:sldId id="268"/>
            <p14:sldId id="276"/>
            <p14:sldId id="277"/>
            <p14:sldId id="269"/>
            <p14:sldId id="274"/>
            <p14:sldId id="273"/>
            <p14:sldId id="275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7D"/>
    <a:srgbClr val="BF662A"/>
    <a:srgbClr val="C586C0"/>
    <a:srgbClr val="09090B"/>
    <a:srgbClr val="F63585"/>
    <a:srgbClr val="7FCBCD"/>
    <a:srgbClr val="E7E2C6"/>
    <a:srgbClr val="E6E1C7"/>
    <a:srgbClr val="E7E4C8"/>
    <a:srgbClr val="F89F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7D99C5-F435-4E7E-B77C-472999435056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D7244C-A5FF-4EBF-9AB3-34F3F3099284}">
      <dgm:prSet phldrT="[Text]" phldr="0"/>
      <dgm:spPr/>
      <dgm:t>
        <a:bodyPr/>
        <a:lstStyle/>
        <a:p>
          <a:r>
            <a:rPr lang="en-IN" dirty="0"/>
            <a:t>Arduino as ISP</a:t>
          </a:r>
        </a:p>
      </dgm:t>
    </dgm:pt>
    <dgm:pt modelId="{E595B071-671D-4BC4-8151-2CBC68FE8B14}" type="parTrans" cxnId="{6F58C801-BBFC-4904-AE05-3771C35412AB}">
      <dgm:prSet/>
      <dgm:spPr/>
      <dgm:t>
        <a:bodyPr/>
        <a:lstStyle/>
        <a:p>
          <a:endParaRPr lang="en-IN"/>
        </a:p>
      </dgm:t>
    </dgm:pt>
    <dgm:pt modelId="{C70F6A8B-EEFB-441D-9456-92E194139974}" type="sibTrans" cxnId="{6F58C801-BBFC-4904-AE05-3771C35412AB}">
      <dgm:prSet/>
      <dgm:spPr/>
      <dgm:t>
        <a:bodyPr/>
        <a:lstStyle/>
        <a:p>
          <a:endParaRPr lang="en-IN"/>
        </a:p>
      </dgm:t>
    </dgm:pt>
    <dgm:pt modelId="{6C92C9D9-C72B-4804-A3A5-7486682AE239}">
      <dgm:prSet phldrT="[Text]" phldr="0"/>
      <dgm:spPr/>
      <dgm:t>
        <a:bodyPr/>
        <a:lstStyle/>
        <a:p>
          <a:r>
            <a:rPr lang="en-IN" dirty="0"/>
            <a:t>Install AVRDUDE</a:t>
          </a:r>
        </a:p>
      </dgm:t>
    </dgm:pt>
    <dgm:pt modelId="{92106432-39D0-4FF0-BDF7-7D3EA5E58DCE}" type="parTrans" cxnId="{3BD312D9-9218-459C-8682-3598F9AF4C0C}">
      <dgm:prSet/>
      <dgm:spPr/>
      <dgm:t>
        <a:bodyPr/>
        <a:lstStyle/>
        <a:p>
          <a:endParaRPr lang="en-IN"/>
        </a:p>
      </dgm:t>
    </dgm:pt>
    <dgm:pt modelId="{C32F3862-1728-4329-955B-2767EAADD1B8}" type="sibTrans" cxnId="{3BD312D9-9218-459C-8682-3598F9AF4C0C}">
      <dgm:prSet/>
      <dgm:spPr/>
      <dgm:t>
        <a:bodyPr/>
        <a:lstStyle/>
        <a:p>
          <a:endParaRPr lang="en-IN"/>
        </a:p>
      </dgm:t>
    </dgm:pt>
    <dgm:pt modelId="{E42E8F01-19C4-4589-9E19-2E7F432D701C}">
      <dgm:prSet phldrT="[Text]" phldr="0"/>
      <dgm:spPr/>
      <dgm:t>
        <a:bodyPr/>
        <a:lstStyle/>
        <a:p>
          <a:r>
            <a:rPr lang="en-IN" dirty="0"/>
            <a:t>Set fuses and flash boot</a:t>
          </a:r>
        </a:p>
      </dgm:t>
    </dgm:pt>
    <dgm:pt modelId="{62BD57F9-12C0-4F19-93F4-0C95E6FD167D}" type="parTrans" cxnId="{F483C1E8-C985-45CE-B1F2-C598BD0A3A8A}">
      <dgm:prSet/>
      <dgm:spPr/>
      <dgm:t>
        <a:bodyPr/>
        <a:lstStyle/>
        <a:p>
          <a:endParaRPr lang="en-IN"/>
        </a:p>
      </dgm:t>
    </dgm:pt>
    <dgm:pt modelId="{D54C5F4F-A346-4811-BEEA-2F229EA4ED2A}" type="sibTrans" cxnId="{F483C1E8-C985-45CE-B1F2-C598BD0A3A8A}">
      <dgm:prSet/>
      <dgm:spPr/>
      <dgm:t>
        <a:bodyPr/>
        <a:lstStyle/>
        <a:p>
          <a:endParaRPr lang="en-IN"/>
        </a:p>
      </dgm:t>
    </dgm:pt>
    <dgm:pt modelId="{88E43CD9-C52B-40BD-A740-FC715924D9CB}">
      <dgm:prSet phldrT="[Text]" phldr="1"/>
      <dgm:spPr/>
      <dgm:t>
        <a:bodyPr/>
        <a:lstStyle/>
        <a:p>
          <a:endParaRPr lang="en-IN" dirty="0"/>
        </a:p>
      </dgm:t>
    </dgm:pt>
    <dgm:pt modelId="{9FD33258-4F22-4723-B826-62F2477FE790}" type="parTrans" cxnId="{00980C33-AE9F-460F-A49E-EC65FA010D1E}">
      <dgm:prSet/>
      <dgm:spPr/>
      <dgm:t>
        <a:bodyPr/>
        <a:lstStyle/>
        <a:p>
          <a:endParaRPr lang="en-IN"/>
        </a:p>
      </dgm:t>
    </dgm:pt>
    <dgm:pt modelId="{A4944A6F-8CE2-4436-B6F2-AE46F04C95A6}" type="sibTrans" cxnId="{00980C33-AE9F-460F-A49E-EC65FA010D1E}">
      <dgm:prSet/>
      <dgm:spPr/>
      <dgm:t>
        <a:bodyPr/>
        <a:lstStyle/>
        <a:p>
          <a:endParaRPr lang="en-IN"/>
        </a:p>
      </dgm:t>
    </dgm:pt>
    <dgm:pt modelId="{2EAF5A58-5F4F-4093-834B-303144008BB7}">
      <dgm:prSet phldrT="[Text]" phldr="0"/>
      <dgm:spPr/>
      <dgm:t>
        <a:bodyPr/>
        <a:lstStyle/>
        <a:p>
          <a:r>
            <a:rPr lang="en-IN" dirty="0"/>
            <a:t>Set lock</a:t>
          </a:r>
        </a:p>
      </dgm:t>
    </dgm:pt>
    <dgm:pt modelId="{FFBF3959-2CBA-41A7-A108-B66AC076B71E}" type="parTrans" cxnId="{6C3ADBFE-3D8F-4156-86D7-194EFC70D8D2}">
      <dgm:prSet/>
      <dgm:spPr/>
      <dgm:t>
        <a:bodyPr/>
        <a:lstStyle/>
        <a:p>
          <a:endParaRPr lang="en-IN"/>
        </a:p>
      </dgm:t>
    </dgm:pt>
    <dgm:pt modelId="{4D6BEAFF-32F7-4D44-BE04-A3F80C7030CC}" type="sibTrans" cxnId="{6C3ADBFE-3D8F-4156-86D7-194EFC70D8D2}">
      <dgm:prSet/>
      <dgm:spPr/>
      <dgm:t>
        <a:bodyPr/>
        <a:lstStyle/>
        <a:p>
          <a:endParaRPr lang="en-IN"/>
        </a:p>
      </dgm:t>
    </dgm:pt>
    <dgm:pt modelId="{54ECA0E5-0669-4601-9942-594605C01BB9}">
      <dgm:prSet phldrT="[Text]" phldr="1"/>
      <dgm:spPr/>
      <dgm:t>
        <a:bodyPr/>
        <a:lstStyle/>
        <a:p>
          <a:endParaRPr lang="en-IN"/>
        </a:p>
      </dgm:t>
    </dgm:pt>
    <dgm:pt modelId="{5C32B639-303A-447E-8684-EECEA1B23113}" type="parTrans" cxnId="{06843D6E-2F9D-4BEC-8F1C-DBF9E0359CE2}">
      <dgm:prSet/>
      <dgm:spPr/>
      <dgm:t>
        <a:bodyPr/>
        <a:lstStyle/>
        <a:p>
          <a:endParaRPr lang="en-IN"/>
        </a:p>
      </dgm:t>
    </dgm:pt>
    <dgm:pt modelId="{D2C44BA9-6A18-47BB-970D-AF7B55C8038D}" type="sibTrans" cxnId="{06843D6E-2F9D-4BEC-8F1C-DBF9E0359CE2}">
      <dgm:prSet/>
      <dgm:spPr/>
      <dgm:t>
        <a:bodyPr/>
        <a:lstStyle/>
        <a:p>
          <a:endParaRPr lang="en-IN"/>
        </a:p>
      </dgm:t>
    </dgm:pt>
    <dgm:pt modelId="{838EAB31-C9D7-4776-B922-77ACC5511958}" type="pres">
      <dgm:prSet presAssocID="{477D99C5-F435-4E7E-B77C-472999435056}" presName="rootnode" presStyleCnt="0">
        <dgm:presLayoutVars>
          <dgm:chMax/>
          <dgm:chPref/>
          <dgm:dir/>
          <dgm:animLvl val="lvl"/>
        </dgm:presLayoutVars>
      </dgm:prSet>
      <dgm:spPr/>
    </dgm:pt>
    <dgm:pt modelId="{749A4C69-35D4-4CE3-8B9E-AD60CF4A57AD}" type="pres">
      <dgm:prSet presAssocID="{74D7244C-A5FF-4EBF-9AB3-34F3F3099284}" presName="composite" presStyleCnt="0"/>
      <dgm:spPr/>
    </dgm:pt>
    <dgm:pt modelId="{00CD1B93-1EDA-4884-AD68-043CBE479BF6}" type="pres">
      <dgm:prSet presAssocID="{74D7244C-A5FF-4EBF-9AB3-34F3F3099284}" presName="bentUpArrow1" presStyleLbl="alignImgPlace1" presStyleIdx="0" presStyleCnt="3"/>
      <dgm:spPr/>
    </dgm:pt>
    <dgm:pt modelId="{4A4ABAF7-928B-4364-8419-474F14BC4332}" type="pres">
      <dgm:prSet presAssocID="{74D7244C-A5FF-4EBF-9AB3-34F3F3099284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6EF05B4-D47D-4EED-8666-C3D26E92D8EF}" type="pres">
      <dgm:prSet presAssocID="{74D7244C-A5FF-4EBF-9AB3-34F3F3099284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CFEF5938-50A0-44D8-937B-384836EA179E}" type="pres">
      <dgm:prSet presAssocID="{C70F6A8B-EEFB-441D-9456-92E194139974}" presName="sibTrans" presStyleCnt="0"/>
      <dgm:spPr/>
    </dgm:pt>
    <dgm:pt modelId="{72CCC333-21EB-4A24-856A-E1771B4FE520}" type="pres">
      <dgm:prSet presAssocID="{6C92C9D9-C72B-4804-A3A5-7486682AE239}" presName="composite" presStyleCnt="0"/>
      <dgm:spPr/>
    </dgm:pt>
    <dgm:pt modelId="{B8CEFF3C-109D-434B-BFBC-BC3F3C637EE9}" type="pres">
      <dgm:prSet presAssocID="{6C92C9D9-C72B-4804-A3A5-7486682AE239}" presName="bentUpArrow1" presStyleLbl="alignImgPlace1" presStyleIdx="1" presStyleCnt="3"/>
      <dgm:spPr/>
    </dgm:pt>
    <dgm:pt modelId="{AEBAFBA2-9A45-45DB-BD57-0E6EF04C6BC6}" type="pres">
      <dgm:prSet presAssocID="{6C92C9D9-C72B-4804-A3A5-7486682AE239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578D3420-085C-47AD-B811-35453EED5B74}" type="pres">
      <dgm:prSet presAssocID="{6C92C9D9-C72B-4804-A3A5-7486682AE239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91C9C9D-8FFA-48D6-B555-6E36CEE96CD6}" type="pres">
      <dgm:prSet presAssocID="{C32F3862-1728-4329-955B-2767EAADD1B8}" presName="sibTrans" presStyleCnt="0"/>
      <dgm:spPr/>
    </dgm:pt>
    <dgm:pt modelId="{6B6C7AA1-D625-44A5-B8DD-9D3ED6C59C5C}" type="pres">
      <dgm:prSet presAssocID="{E42E8F01-19C4-4589-9E19-2E7F432D701C}" presName="composite" presStyleCnt="0"/>
      <dgm:spPr/>
    </dgm:pt>
    <dgm:pt modelId="{D796BA39-D033-4CF7-B413-47DAB010F0F7}" type="pres">
      <dgm:prSet presAssocID="{E42E8F01-19C4-4589-9E19-2E7F432D701C}" presName="bentUpArrow1" presStyleLbl="alignImgPlace1" presStyleIdx="2" presStyleCnt="3"/>
      <dgm:spPr/>
    </dgm:pt>
    <dgm:pt modelId="{8887BB70-DF4B-4070-97C3-92C422B79E1B}" type="pres">
      <dgm:prSet presAssocID="{E42E8F01-19C4-4589-9E19-2E7F432D701C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A4A814C8-3E1E-4E76-A409-5EFAB285D630}" type="pres">
      <dgm:prSet presAssocID="{E42E8F01-19C4-4589-9E19-2E7F432D701C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84720F5-6149-433F-A155-247C73D6DCB4}" type="pres">
      <dgm:prSet presAssocID="{D54C5F4F-A346-4811-BEEA-2F229EA4ED2A}" presName="sibTrans" presStyleCnt="0"/>
      <dgm:spPr/>
    </dgm:pt>
    <dgm:pt modelId="{D701F3F6-B1CE-43F8-8485-ABA50966733F}" type="pres">
      <dgm:prSet presAssocID="{2EAF5A58-5F4F-4093-834B-303144008BB7}" presName="composite" presStyleCnt="0"/>
      <dgm:spPr/>
    </dgm:pt>
    <dgm:pt modelId="{724EDAB0-3033-4B9B-8C9E-C2E001CF8320}" type="pres">
      <dgm:prSet presAssocID="{2EAF5A58-5F4F-4093-834B-303144008BB7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1904950C-9480-47A2-8F8C-01E6FF122525}" type="pres">
      <dgm:prSet presAssocID="{2EAF5A58-5F4F-4093-834B-303144008BB7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F58C801-BBFC-4904-AE05-3771C35412AB}" srcId="{477D99C5-F435-4E7E-B77C-472999435056}" destId="{74D7244C-A5FF-4EBF-9AB3-34F3F3099284}" srcOrd="0" destOrd="0" parTransId="{E595B071-671D-4BC4-8151-2CBC68FE8B14}" sibTransId="{C70F6A8B-EEFB-441D-9456-92E194139974}"/>
    <dgm:cxn modelId="{4415F20E-C504-4306-A3F9-31BA3DB4C2FB}" type="presOf" srcId="{E42E8F01-19C4-4589-9E19-2E7F432D701C}" destId="{8887BB70-DF4B-4070-97C3-92C422B79E1B}" srcOrd="0" destOrd="0" presId="urn:microsoft.com/office/officeart/2005/8/layout/StepDownProcess"/>
    <dgm:cxn modelId="{B9EFAC20-AB5E-46D6-94F7-4D6719B3384F}" type="presOf" srcId="{477D99C5-F435-4E7E-B77C-472999435056}" destId="{838EAB31-C9D7-4776-B922-77ACC5511958}" srcOrd="0" destOrd="0" presId="urn:microsoft.com/office/officeart/2005/8/layout/StepDownProcess"/>
    <dgm:cxn modelId="{A036F52B-C516-4C1A-9B5D-09BA0704177A}" type="presOf" srcId="{54ECA0E5-0669-4601-9942-594605C01BB9}" destId="{1904950C-9480-47A2-8F8C-01E6FF122525}" srcOrd="0" destOrd="0" presId="urn:microsoft.com/office/officeart/2005/8/layout/StepDownProcess"/>
    <dgm:cxn modelId="{00980C33-AE9F-460F-A49E-EC65FA010D1E}" srcId="{E42E8F01-19C4-4589-9E19-2E7F432D701C}" destId="{88E43CD9-C52B-40BD-A740-FC715924D9CB}" srcOrd="0" destOrd="0" parTransId="{9FD33258-4F22-4723-B826-62F2477FE790}" sibTransId="{A4944A6F-8CE2-4436-B6F2-AE46F04C95A6}"/>
    <dgm:cxn modelId="{E05DCE62-BE29-4FB5-B738-D1BC7D902B42}" type="presOf" srcId="{74D7244C-A5FF-4EBF-9AB3-34F3F3099284}" destId="{4A4ABAF7-928B-4364-8419-474F14BC4332}" srcOrd="0" destOrd="0" presId="urn:microsoft.com/office/officeart/2005/8/layout/StepDownProcess"/>
    <dgm:cxn modelId="{CA50DE6B-96EF-4D57-B285-F599133AA6DE}" type="presOf" srcId="{88E43CD9-C52B-40BD-A740-FC715924D9CB}" destId="{A4A814C8-3E1E-4E76-A409-5EFAB285D630}" srcOrd="0" destOrd="0" presId="urn:microsoft.com/office/officeart/2005/8/layout/StepDownProcess"/>
    <dgm:cxn modelId="{06843D6E-2F9D-4BEC-8F1C-DBF9E0359CE2}" srcId="{2EAF5A58-5F4F-4093-834B-303144008BB7}" destId="{54ECA0E5-0669-4601-9942-594605C01BB9}" srcOrd="0" destOrd="0" parTransId="{5C32B639-303A-447E-8684-EECEA1B23113}" sibTransId="{D2C44BA9-6A18-47BB-970D-AF7B55C8038D}"/>
    <dgm:cxn modelId="{CB58FD92-A340-4707-A758-18118CFC9D57}" type="presOf" srcId="{6C92C9D9-C72B-4804-A3A5-7486682AE239}" destId="{AEBAFBA2-9A45-45DB-BD57-0E6EF04C6BC6}" srcOrd="0" destOrd="0" presId="urn:microsoft.com/office/officeart/2005/8/layout/StepDownProcess"/>
    <dgm:cxn modelId="{3BD312D9-9218-459C-8682-3598F9AF4C0C}" srcId="{477D99C5-F435-4E7E-B77C-472999435056}" destId="{6C92C9D9-C72B-4804-A3A5-7486682AE239}" srcOrd="1" destOrd="0" parTransId="{92106432-39D0-4FF0-BDF7-7D3EA5E58DCE}" sibTransId="{C32F3862-1728-4329-955B-2767EAADD1B8}"/>
    <dgm:cxn modelId="{DB1981E0-06E2-43D7-9F93-FCBE29517665}" type="presOf" srcId="{2EAF5A58-5F4F-4093-834B-303144008BB7}" destId="{724EDAB0-3033-4B9B-8C9E-C2E001CF8320}" srcOrd="0" destOrd="0" presId="urn:microsoft.com/office/officeart/2005/8/layout/StepDownProcess"/>
    <dgm:cxn modelId="{F483C1E8-C985-45CE-B1F2-C598BD0A3A8A}" srcId="{477D99C5-F435-4E7E-B77C-472999435056}" destId="{E42E8F01-19C4-4589-9E19-2E7F432D701C}" srcOrd="2" destOrd="0" parTransId="{62BD57F9-12C0-4F19-93F4-0C95E6FD167D}" sibTransId="{D54C5F4F-A346-4811-BEEA-2F229EA4ED2A}"/>
    <dgm:cxn modelId="{6C3ADBFE-3D8F-4156-86D7-194EFC70D8D2}" srcId="{477D99C5-F435-4E7E-B77C-472999435056}" destId="{2EAF5A58-5F4F-4093-834B-303144008BB7}" srcOrd="3" destOrd="0" parTransId="{FFBF3959-2CBA-41A7-A108-B66AC076B71E}" sibTransId="{4D6BEAFF-32F7-4D44-BE04-A3F80C7030CC}"/>
    <dgm:cxn modelId="{3807D76C-B089-4B27-B40D-B66B184A12BF}" type="presParOf" srcId="{838EAB31-C9D7-4776-B922-77ACC5511958}" destId="{749A4C69-35D4-4CE3-8B9E-AD60CF4A57AD}" srcOrd="0" destOrd="0" presId="urn:microsoft.com/office/officeart/2005/8/layout/StepDownProcess"/>
    <dgm:cxn modelId="{DB79C275-0521-41B8-8D92-34381ACA5593}" type="presParOf" srcId="{749A4C69-35D4-4CE3-8B9E-AD60CF4A57AD}" destId="{00CD1B93-1EDA-4884-AD68-043CBE479BF6}" srcOrd="0" destOrd="0" presId="urn:microsoft.com/office/officeart/2005/8/layout/StepDownProcess"/>
    <dgm:cxn modelId="{2F895052-D25B-4C78-B772-1D7DC1854A0D}" type="presParOf" srcId="{749A4C69-35D4-4CE3-8B9E-AD60CF4A57AD}" destId="{4A4ABAF7-928B-4364-8419-474F14BC4332}" srcOrd="1" destOrd="0" presId="urn:microsoft.com/office/officeart/2005/8/layout/StepDownProcess"/>
    <dgm:cxn modelId="{9700B24C-75F4-4968-9DCA-BDCFDBF12FFF}" type="presParOf" srcId="{749A4C69-35D4-4CE3-8B9E-AD60CF4A57AD}" destId="{06EF05B4-D47D-4EED-8666-C3D26E92D8EF}" srcOrd="2" destOrd="0" presId="urn:microsoft.com/office/officeart/2005/8/layout/StepDownProcess"/>
    <dgm:cxn modelId="{1F0CD740-C3F3-4188-9F2F-444A31189DBF}" type="presParOf" srcId="{838EAB31-C9D7-4776-B922-77ACC5511958}" destId="{CFEF5938-50A0-44D8-937B-384836EA179E}" srcOrd="1" destOrd="0" presId="urn:microsoft.com/office/officeart/2005/8/layout/StepDownProcess"/>
    <dgm:cxn modelId="{B88ECF6A-A1DD-4E05-BB07-3D451B607E63}" type="presParOf" srcId="{838EAB31-C9D7-4776-B922-77ACC5511958}" destId="{72CCC333-21EB-4A24-856A-E1771B4FE520}" srcOrd="2" destOrd="0" presId="urn:microsoft.com/office/officeart/2005/8/layout/StepDownProcess"/>
    <dgm:cxn modelId="{15A7D640-A90C-499D-A7BC-6A9449BC1F85}" type="presParOf" srcId="{72CCC333-21EB-4A24-856A-E1771B4FE520}" destId="{B8CEFF3C-109D-434B-BFBC-BC3F3C637EE9}" srcOrd="0" destOrd="0" presId="urn:microsoft.com/office/officeart/2005/8/layout/StepDownProcess"/>
    <dgm:cxn modelId="{3EDF08EB-819C-49D1-8890-0F54BE0BFE2D}" type="presParOf" srcId="{72CCC333-21EB-4A24-856A-E1771B4FE520}" destId="{AEBAFBA2-9A45-45DB-BD57-0E6EF04C6BC6}" srcOrd="1" destOrd="0" presId="urn:microsoft.com/office/officeart/2005/8/layout/StepDownProcess"/>
    <dgm:cxn modelId="{023CF2E9-A123-4574-B60B-BEF1CD604E70}" type="presParOf" srcId="{72CCC333-21EB-4A24-856A-E1771B4FE520}" destId="{578D3420-085C-47AD-B811-35453EED5B74}" srcOrd="2" destOrd="0" presId="urn:microsoft.com/office/officeart/2005/8/layout/StepDownProcess"/>
    <dgm:cxn modelId="{BF521FCE-A158-4D15-BC61-4CA44738F100}" type="presParOf" srcId="{838EAB31-C9D7-4776-B922-77ACC5511958}" destId="{891C9C9D-8FFA-48D6-B555-6E36CEE96CD6}" srcOrd="3" destOrd="0" presId="urn:microsoft.com/office/officeart/2005/8/layout/StepDownProcess"/>
    <dgm:cxn modelId="{9EBDE78A-2D06-451D-A0B4-BDE3F9B06662}" type="presParOf" srcId="{838EAB31-C9D7-4776-B922-77ACC5511958}" destId="{6B6C7AA1-D625-44A5-B8DD-9D3ED6C59C5C}" srcOrd="4" destOrd="0" presId="urn:microsoft.com/office/officeart/2005/8/layout/StepDownProcess"/>
    <dgm:cxn modelId="{490093DF-348F-442B-A6B3-E6B5800F4F72}" type="presParOf" srcId="{6B6C7AA1-D625-44A5-B8DD-9D3ED6C59C5C}" destId="{D796BA39-D033-4CF7-B413-47DAB010F0F7}" srcOrd="0" destOrd="0" presId="urn:microsoft.com/office/officeart/2005/8/layout/StepDownProcess"/>
    <dgm:cxn modelId="{C82F2EB6-F4F6-4A0C-AE6F-07856A2E5804}" type="presParOf" srcId="{6B6C7AA1-D625-44A5-B8DD-9D3ED6C59C5C}" destId="{8887BB70-DF4B-4070-97C3-92C422B79E1B}" srcOrd="1" destOrd="0" presId="urn:microsoft.com/office/officeart/2005/8/layout/StepDownProcess"/>
    <dgm:cxn modelId="{59B71A4A-8F38-42F4-AAF8-F9B4EEF9BC08}" type="presParOf" srcId="{6B6C7AA1-D625-44A5-B8DD-9D3ED6C59C5C}" destId="{A4A814C8-3E1E-4E76-A409-5EFAB285D630}" srcOrd="2" destOrd="0" presId="urn:microsoft.com/office/officeart/2005/8/layout/StepDownProcess"/>
    <dgm:cxn modelId="{ECA8E828-5B97-4815-BCB1-A7774D51AEB5}" type="presParOf" srcId="{838EAB31-C9D7-4776-B922-77ACC5511958}" destId="{684720F5-6149-433F-A155-247C73D6DCB4}" srcOrd="5" destOrd="0" presId="urn:microsoft.com/office/officeart/2005/8/layout/StepDownProcess"/>
    <dgm:cxn modelId="{C28DF74C-F7E8-4FCD-B8B8-2B8312EB5A56}" type="presParOf" srcId="{838EAB31-C9D7-4776-B922-77ACC5511958}" destId="{D701F3F6-B1CE-43F8-8485-ABA50966733F}" srcOrd="6" destOrd="0" presId="urn:microsoft.com/office/officeart/2005/8/layout/StepDownProcess"/>
    <dgm:cxn modelId="{E81C8231-466F-48B0-B178-1E09CD05FE4E}" type="presParOf" srcId="{D701F3F6-B1CE-43F8-8485-ABA50966733F}" destId="{724EDAB0-3033-4B9B-8C9E-C2E001CF8320}" srcOrd="0" destOrd="0" presId="urn:microsoft.com/office/officeart/2005/8/layout/StepDownProcess"/>
    <dgm:cxn modelId="{0366E346-6C28-4642-838B-E7C04A1EF933}" type="presParOf" srcId="{D701F3F6-B1CE-43F8-8485-ABA50966733F}" destId="{1904950C-9480-47A2-8F8C-01E6FF122525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7D99C5-F435-4E7E-B77C-472999435056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D7244C-A5FF-4EBF-9AB3-34F3F3099284}">
      <dgm:prSet phldrT="[Text]" phldr="0"/>
      <dgm:spPr/>
      <dgm:t>
        <a:bodyPr/>
        <a:lstStyle/>
        <a:p>
          <a:r>
            <a:rPr lang="en-IN" dirty="0"/>
            <a:t>Set LF,HF,EF fuses </a:t>
          </a:r>
        </a:p>
      </dgm:t>
    </dgm:pt>
    <dgm:pt modelId="{E595B071-671D-4BC4-8151-2CBC68FE8B14}" type="parTrans" cxnId="{6F58C801-BBFC-4904-AE05-3771C35412AB}">
      <dgm:prSet/>
      <dgm:spPr/>
      <dgm:t>
        <a:bodyPr/>
        <a:lstStyle/>
        <a:p>
          <a:endParaRPr lang="en-IN"/>
        </a:p>
      </dgm:t>
    </dgm:pt>
    <dgm:pt modelId="{C70F6A8B-EEFB-441D-9456-92E194139974}" type="sibTrans" cxnId="{6F58C801-BBFC-4904-AE05-3771C35412AB}">
      <dgm:prSet/>
      <dgm:spPr/>
      <dgm:t>
        <a:bodyPr/>
        <a:lstStyle/>
        <a:p>
          <a:endParaRPr lang="en-IN"/>
        </a:p>
      </dgm:t>
    </dgm:pt>
    <dgm:pt modelId="{6C92C9D9-C72B-4804-A3A5-7486682AE239}">
      <dgm:prSet phldrT="[Text]" phldr="0"/>
      <dgm:spPr/>
      <dgm:t>
        <a:bodyPr/>
        <a:lstStyle/>
        <a:p>
          <a:r>
            <a:rPr lang="en-IN" dirty="0"/>
            <a:t>Flash the boot </a:t>
          </a:r>
          <a:br>
            <a:rPr lang="en-IN" dirty="0"/>
          </a:br>
          <a:r>
            <a:rPr lang="en-IN" dirty="0"/>
            <a:t>hex file</a:t>
          </a:r>
        </a:p>
      </dgm:t>
    </dgm:pt>
    <dgm:pt modelId="{92106432-39D0-4FF0-BDF7-7D3EA5E58DCE}" type="parTrans" cxnId="{3BD312D9-9218-459C-8682-3598F9AF4C0C}">
      <dgm:prSet/>
      <dgm:spPr/>
      <dgm:t>
        <a:bodyPr/>
        <a:lstStyle/>
        <a:p>
          <a:endParaRPr lang="en-IN"/>
        </a:p>
      </dgm:t>
    </dgm:pt>
    <dgm:pt modelId="{C32F3862-1728-4329-955B-2767EAADD1B8}" type="sibTrans" cxnId="{3BD312D9-9218-459C-8682-3598F9AF4C0C}">
      <dgm:prSet/>
      <dgm:spPr/>
      <dgm:t>
        <a:bodyPr/>
        <a:lstStyle/>
        <a:p>
          <a:endParaRPr lang="en-IN"/>
        </a:p>
      </dgm:t>
    </dgm:pt>
    <dgm:pt modelId="{E42E8F01-19C4-4589-9E19-2E7F432D701C}">
      <dgm:prSet phldrT="[Text]" phldr="0"/>
      <dgm:spPr/>
      <dgm:t>
        <a:bodyPr/>
        <a:lstStyle/>
        <a:p>
          <a:r>
            <a:rPr lang="en-IN" dirty="0"/>
            <a:t>Verify flash</a:t>
          </a:r>
        </a:p>
      </dgm:t>
    </dgm:pt>
    <dgm:pt modelId="{62BD57F9-12C0-4F19-93F4-0C95E6FD167D}" type="parTrans" cxnId="{F483C1E8-C985-45CE-B1F2-C598BD0A3A8A}">
      <dgm:prSet/>
      <dgm:spPr/>
      <dgm:t>
        <a:bodyPr/>
        <a:lstStyle/>
        <a:p>
          <a:endParaRPr lang="en-IN"/>
        </a:p>
      </dgm:t>
    </dgm:pt>
    <dgm:pt modelId="{D54C5F4F-A346-4811-BEEA-2F229EA4ED2A}" type="sibTrans" cxnId="{F483C1E8-C985-45CE-B1F2-C598BD0A3A8A}">
      <dgm:prSet/>
      <dgm:spPr/>
      <dgm:t>
        <a:bodyPr/>
        <a:lstStyle/>
        <a:p>
          <a:endParaRPr lang="en-IN"/>
        </a:p>
      </dgm:t>
    </dgm:pt>
    <dgm:pt modelId="{88E43CD9-C52B-40BD-A740-FC715924D9CB}">
      <dgm:prSet phldrT="[Text]" phldr="1"/>
      <dgm:spPr/>
      <dgm:t>
        <a:bodyPr/>
        <a:lstStyle/>
        <a:p>
          <a:endParaRPr lang="en-IN" dirty="0"/>
        </a:p>
      </dgm:t>
    </dgm:pt>
    <dgm:pt modelId="{9FD33258-4F22-4723-B826-62F2477FE790}" type="parTrans" cxnId="{00980C33-AE9F-460F-A49E-EC65FA010D1E}">
      <dgm:prSet/>
      <dgm:spPr/>
      <dgm:t>
        <a:bodyPr/>
        <a:lstStyle/>
        <a:p>
          <a:endParaRPr lang="en-IN"/>
        </a:p>
      </dgm:t>
    </dgm:pt>
    <dgm:pt modelId="{A4944A6F-8CE2-4436-B6F2-AE46F04C95A6}" type="sibTrans" cxnId="{00980C33-AE9F-460F-A49E-EC65FA010D1E}">
      <dgm:prSet/>
      <dgm:spPr/>
      <dgm:t>
        <a:bodyPr/>
        <a:lstStyle/>
        <a:p>
          <a:endParaRPr lang="en-IN"/>
        </a:p>
      </dgm:t>
    </dgm:pt>
    <dgm:pt modelId="{2EAF5A58-5F4F-4093-834B-303144008BB7}">
      <dgm:prSet phldrT="[Text]" phldr="0"/>
      <dgm:spPr/>
      <dgm:t>
        <a:bodyPr/>
        <a:lstStyle/>
        <a:p>
          <a:r>
            <a:rPr lang="en-IN" dirty="0"/>
            <a:t>Set lock bit fuse</a:t>
          </a:r>
        </a:p>
      </dgm:t>
    </dgm:pt>
    <dgm:pt modelId="{FFBF3959-2CBA-41A7-A108-B66AC076B71E}" type="parTrans" cxnId="{6C3ADBFE-3D8F-4156-86D7-194EFC70D8D2}">
      <dgm:prSet/>
      <dgm:spPr/>
      <dgm:t>
        <a:bodyPr/>
        <a:lstStyle/>
        <a:p>
          <a:endParaRPr lang="en-IN"/>
        </a:p>
      </dgm:t>
    </dgm:pt>
    <dgm:pt modelId="{4D6BEAFF-32F7-4D44-BE04-A3F80C7030CC}" type="sibTrans" cxnId="{6C3ADBFE-3D8F-4156-86D7-194EFC70D8D2}">
      <dgm:prSet/>
      <dgm:spPr/>
      <dgm:t>
        <a:bodyPr/>
        <a:lstStyle/>
        <a:p>
          <a:endParaRPr lang="en-IN"/>
        </a:p>
      </dgm:t>
    </dgm:pt>
    <dgm:pt modelId="{54ECA0E5-0669-4601-9942-594605C01BB9}">
      <dgm:prSet phldrT="[Text]" phldr="1"/>
      <dgm:spPr/>
      <dgm:t>
        <a:bodyPr/>
        <a:lstStyle/>
        <a:p>
          <a:endParaRPr lang="en-IN"/>
        </a:p>
      </dgm:t>
    </dgm:pt>
    <dgm:pt modelId="{5C32B639-303A-447E-8684-EECEA1B23113}" type="parTrans" cxnId="{06843D6E-2F9D-4BEC-8F1C-DBF9E0359CE2}">
      <dgm:prSet/>
      <dgm:spPr/>
      <dgm:t>
        <a:bodyPr/>
        <a:lstStyle/>
        <a:p>
          <a:endParaRPr lang="en-IN"/>
        </a:p>
      </dgm:t>
    </dgm:pt>
    <dgm:pt modelId="{D2C44BA9-6A18-47BB-970D-AF7B55C8038D}" type="sibTrans" cxnId="{06843D6E-2F9D-4BEC-8F1C-DBF9E0359CE2}">
      <dgm:prSet/>
      <dgm:spPr/>
      <dgm:t>
        <a:bodyPr/>
        <a:lstStyle/>
        <a:p>
          <a:endParaRPr lang="en-IN"/>
        </a:p>
      </dgm:t>
    </dgm:pt>
    <dgm:pt modelId="{838EAB31-C9D7-4776-B922-77ACC5511958}" type="pres">
      <dgm:prSet presAssocID="{477D99C5-F435-4E7E-B77C-472999435056}" presName="rootnode" presStyleCnt="0">
        <dgm:presLayoutVars>
          <dgm:chMax/>
          <dgm:chPref/>
          <dgm:dir/>
          <dgm:animLvl val="lvl"/>
        </dgm:presLayoutVars>
      </dgm:prSet>
      <dgm:spPr/>
    </dgm:pt>
    <dgm:pt modelId="{749A4C69-35D4-4CE3-8B9E-AD60CF4A57AD}" type="pres">
      <dgm:prSet presAssocID="{74D7244C-A5FF-4EBF-9AB3-34F3F3099284}" presName="composite" presStyleCnt="0"/>
      <dgm:spPr/>
    </dgm:pt>
    <dgm:pt modelId="{00CD1B93-1EDA-4884-AD68-043CBE479BF6}" type="pres">
      <dgm:prSet presAssocID="{74D7244C-A5FF-4EBF-9AB3-34F3F3099284}" presName="bentUpArrow1" presStyleLbl="alignImgPlace1" presStyleIdx="0" presStyleCnt="3"/>
      <dgm:spPr/>
    </dgm:pt>
    <dgm:pt modelId="{4A4ABAF7-928B-4364-8419-474F14BC4332}" type="pres">
      <dgm:prSet presAssocID="{74D7244C-A5FF-4EBF-9AB3-34F3F3099284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6EF05B4-D47D-4EED-8666-C3D26E92D8EF}" type="pres">
      <dgm:prSet presAssocID="{74D7244C-A5FF-4EBF-9AB3-34F3F3099284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CFEF5938-50A0-44D8-937B-384836EA179E}" type="pres">
      <dgm:prSet presAssocID="{C70F6A8B-EEFB-441D-9456-92E194139974}" presName="sibTrans" presStyleCnt="0"/>
      <dgm:spPr/>
    </dgm:pt>
    <dgm:pt modelId="{72CCC333-21EB-4A24-856A-E1771B4FE520}" type="pres">
      <dgm:prSet presAssocID="{6C92C9D9-C72B-4804-A3A5-7486682AE239}" presName="composite" presStyleCnt="0"/>
      <dgm:spPr/>
    </dgm:pt>
    <dgm:pt modelId="{B8CEFF3C-109D-434B-BFBC-BC3F3C637EE9}" type="pres">
      <dgm:prSet presAssocID="{6C92C9D9-C72B-4804-A3A5-7486682AE239}" presName="bentUpArrow1" presStyleLbl="alignImgPlace1" presStyleIdx="1" presStyleCnt="3"/>
      <dgm:spPr/>
    </dgm:pt>
    <dgm:pt modelId="{AEBAFBA2-9A45-45DB-BD57-0E6EF04C6BC6}" type="pres">
      <dgm:prSet presAssocID="{6C92C9D9-C72B-4804-A3A5-7486682AE239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578D3420-085C-47AD-B811-35453EED5B74}" type="pres">
      <dgm:prSet presAssocID="{6C92C9D9-C72B-4804-A3A5-7486682AE239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91C9C9D-8FFA-48D6-B555-6E36CEE96CD6}" type="pres">
      <dgm:prSet presAssocID="{C32F3862-1728-4329-955B-2767EAADD1B8}" presName="sibTrans" presStyleCnt="0"/>
      <dgm:spPr/>
    </dgm:pt>
    <dgm:pt modelId="{6B6C7AA1-D625-44A5-B8DD-9D3ED6C59C5C}" type="pres">
      <dgm:prSet presAssocID="{E42E8F01-19C4-4589-9E19-2E7F432D701C}" presName="composite" presStyleCnt="0"/>
      <dgm:spPr/>
    </dgm:pt>
    <dgm:pt modelId="{D796BA39-D033-4CF7-B413-47DAB010F0F7}" type="pres">
      <dgm:prSet presAssocID="{E42E8F01-19C4-4589-9E19-2E7F432D701C}" presName="bentUpArrow1" presStyleLbl="alignImgPlace1" presStyleIdx="2" presStyleCnt="3"/>
      <dgm:spPr/>
    </dgm:pt>
    <dgm:pt modelId="{8887BB70-DF4B-4070-97C3-92C422B79E1B}" type="pres">
      <dgm:prSet presAssocID="{E42E8F01-19C4-4589-9E19-2E7F432D701C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A4A814C8-3E1E-4E76-A409-5EFAB285D630}" type="pres">
      <dgm:prSet presAssocID="{E42E8F01-19C4-4589-9E19-2E7F432D701C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84720F5-6149-433F-A155-247C73D6DCB4}" type="pres">
      <dgm:prSet presAssocID="{D54C5F4F-A346-4811-BEEA-2F229EA4ED2A}" presName="sibTrans" presStyleCnt="0"/>
      <dgm:spPr/>
    </dgm:pt>
    <dgm:pt modelId="{D701F3F6-B1CE-43F8-8485-ABA50966733F}" type="pres">
      <dgm:prSet presAssocID="{2EAF5A58-5F4F-4093-834B-303144008BB7}" presName="composite" presStyleCnt="0"/>
      <dgm:spPr/>
    </dgm:pt>
    <dgm:pt modelId="{724EDAB0-3033-4B9B-8C9E-C2E001CF8320}" type="pres">
      <dgm:prSet presAssocID="{2EAF5A58-5F4F-4093-834B-303144008BB7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1904950C-9480-47A2-8F8C-01E6FF122525}" type="pres">
      <dgm:prSet presAssocID="{2EAF5A58-5F4F-4093-834B-303144008BB7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F58C801-BBFC-4904-AE05-3771C35412AB}" srcId="{477D99C5-F435-4E7E-B77C-472999435056}" destId="{74D7244C-A5FF-4EBF-9AB3-34F3F3099284}" srcOrd="0" destOrd="0" parTransId="{E595B071-671D-4BC4-8151-2CBC68FE8B14}" sibTransId="{C70F6A8B-EEFB-441D-9456-92E194139974}"/>
    <dgm:cxn modelId="{11C29F11-0A4A-4D7E-A9B7-946B8FAF2928}" type="presOf" srcId="{74D7244C-A5FF-4EBF-9AB3-34F3F3099284}" destId="{4A4ABAF7-928B-4364-8419-474F14BC4332}" srcOrd="0" destOrd="0" presId="urn:microsoft.com/office/officeart/2005/8/layout/StepDownProcess"/>
    <dgm:cxn modelId="{B9EFAC20-AB5E-46D6-94F7-4D6719B3384F}" type="presOf" srcId="{477D99C5-F435-4E7E-B77C-472999435056}" destId="{838EAB31-C9D7-4776-B922-77ACC5511958}" srcOrd="0" destOrd="0" presId="urn:microsoft.com/office/officeart/2005/8/layout/StepDownProcess"/>
    <dgm:cxn modelId="{00980C33-AE9F-460F-A49E-EC65FA010D1E}" srcId="{E42E8F01-19C4-4589-9E19-2E7F432D701C}" destId="{88E43CD9-C52B-40BD-A740-FC715924D9CB}" srcOrd="0" destOrd="0" parTransId="{9FD33258-4F22-4723-B826-62F2477FE790}" sibTransId="{A4944A6F-8CE2-4436-B6F2-AE46F04C95A6}"/>
    <dgm:cxn modelId="{06843D6E-2F9D-4BEC-8F1C-DBF9E0359CE2}" srcId="{2EAF5A58-5F4F-4093-834B-303144008BB7}" destId="{54ECA0E5-0669-4601-9942-594605C01BB9}" srcOrd="0" destOrd="0" parTransId="{5C32B639-303A-447E-8684-EECEA1B23113}" sibTransId="{D2C44BA9-6A18-47BB-970D-AF7B55C8038D}"/>
    <dgm:cxn modelId="{CB58FD92-A340-4707-A758-18118CFC9D57}" type="presOf" srcId="{6C92C9D9-C72B-4804-A3A5-7486682AE239}" destId="{AEBAFBA2-9A45-45DB-BD57-0E6EF04C6BC6}" srcOrd="0" destOrd="0" presId="urn:microsoft.com/office/officeart/2005/8/layout/StepDownProcess"/>
    <dgm:cxn modelId="{C6CF09C4-8E77-41C2-8B46-8B1275F7B201}" type="presOf" srcId="{E42E8F01-19C4-4589-9E19-2E7F432D701C}" destId="{8887BB70-DF4B-4070-97C3-92C422B79E1B}" srcOrd="0" destOrd="0" presId="urn:microsoft.com/office/officeart/2005/8/layout/StepDownProcess"/>
    <dgm:cxn modelId="{8C6A78D2-BFDD-4C0F-9201-54D65C31A255}" type="presOf" srcId="{2EAF5A58-5F4F-4093-834B-303144008BB7}" destId="{724EDAB0-3033-4B9B-8C9E-C2E001CF8320}" srcOrd="0" destOrd="0" presId="urn:microsoft.com/office/officeart/2005/8/layout/StepDownProcess"/>
    <dgm:cxn modelId="{3BD312D9-9218-459C-8682-3598F9AF4C0C}" srcId="{477D99C5-F435-4E7E-B77C-472999435056}" destId="{6C92C9D9-C72B-4804-A3A5-7486682AE239}" srcOrd="1" destOrd="0" parTransId="{92106432-39D0-4FF0-BDF7-7D3EA5E58DCE}" sibTransId="{C32F3862-1728-4329-955B-2767EAADD1B8}"/>
    <dgm:cxn modelId="{42BFEFE1-9D96-40FA-91CF-BFFF4E4D66C9}" type="presOf" srcId="{88E43CD9-C52B-40BD-A740-FC715924D9CB}" destId="{A4A814C8-3E1E-4E76-A409-5EFAB285D630}" srcOrd="0" destOrd="0" presId="urn:microsoft.com/office/officeart/2005/8/layout/StepDownProcess"/>
    <dgm:cxn modelId="{786A66E2-757E-4C50-A336-F548C8A06887}" type="presOf" srcId="{54ECA0E5-0669-4601-9942-594605C01BB9}" destId="{1904950C-9480-47A2-8F8C-01E6FF122525}" srcOrd="0" destOrd="0" presId="urn:microsoft.com/office/officeart/2005/8/layout/StepDownProcess"/>
    <dgm:cxn modelId="{F483C1E8-C985-45CE-B1F2-C598BD0A3A8A}" srcId="{477D99C5-F435-4E7E-B77C-472999435056}" destId="{E42E8F01-19C4-4589-9E19-2E7F432D701C}" srcOrd="2" destOrd="0" parTransId="{62BD57F9-12C0-4F19-93F4-0C95E6FD167D}" sibTransId="{D54C5F4F-A346-4811-BEEA-2F229EA4ED2A}"/>
    <dgm:cxn modelId="{6C3ADBFE-3D8F-4156-86D7-194EFC70D8D2}" srcId="{477D99C5-F435-4E7E-B77C-472999435056}" destId="{2EAF5A58-5F4F-4093-834B-303144008BB7}" srcOrd="3" destOrd="0" parTransId="{FFBF3959-2CBA-41A7-A108-B66AC076B71E}" sibTransId="{4D6BEAFF-32F7-4D44-BE04-A3F80C7030CC}"/>
    <dgm:cxn modelId="{3807D76C-B089-4B27-B40D-B66B184A12BF}" type="presParOf" srcId="{838EAB31-C9D7-4776-B922-77ACC5511958}" destId="{749A4C69-35D4-4CE3-8B9E-AD60CF4A57AD}" srcOrd="0" destOrd="0" presId="urn:microsoft.com/office/officeart/2005/8/layout/StepDownProcess"/>
    <dgm:cxn modelId="{01FE24DD-17DC-4578-B8C1-327A8D5A5534}" type="presParOf" srcId="{749A4C69-35D4-4CE3-8B9E-AD60CF4A57AD}" destId="{00CD1B93-1EDA-4884-AD68-043CBE479BF6}" srcOrd="0" destOrd="0" presId="urn:microsoft.com/office/officeart/2005/8/layout/StepDownProcess"/>
    <dgm:cxn modelId="{FBA69C24-2C21-4BDE-A155-C6FC4E04B9FE}" type="presParOf" srcId="{749A4C69-35D4-4CE3-8B9E-AD60CF4A57AD}" destId="{4A4ABAF7-928B-4364-8419-474F14BC4332}" srcOrd="1" destOrd="0" presId="urn:microsoft.com/office/officeart/2005/8/layout/StepDownProcess"/>
    <dgm:cxn modelId="{2E667806-048F-4955-BB3A-57D8D36C740E}" type="presParOf" srcId="{749A4C69-35D4-4CE3-8B9E-AD60CF4A57AD}" destId="{06EF05B4-D47D-4EED-8666-C3D26E92D8EF}" srcOrd="2" destOrd="0" presId="urn:microsoft.com/office/officeart/2005/8/layout/StepDownProcess"/>
    <dgm:cxn modelId="{1F0CD740-C3F3-4188-9F2F-444A31189DBF}" type="presParOf" srcId="{838EAB31-C9D7-4776-B922-77ACC5511958}" destId="{CFEF5938-50A0-44D8-937B-384836EA179E}" srcOrd="1" destOrd="0" presId="urn:microsoft.com/office/officeart/2005/8/layout/StepDownProcess"/>
    <dgm:cxn modelId="{B88ECF6A-A1DD-4E05-BB07-3D451B607E63}" type="presParOf" srcId="{838EAB31-C9D7-4776-B922-77ACC5511958}" destId="{72CCC333-21EB-4A24-856A-E1771B4FE520}" srcOrd="2" destOrd="0" presId="urn:microsoft.com/office/officeart/2005/8/layout/StepDownProcess"/>
    <dgm:cxn modelId="{15A7D640-A90C-499D-A7BC-6A9449BC1F85}" type="presParOf" srcId="{72CCC333-21EB-4A24-856A-E1771B4FE520}" destId="{B8CEFF3C-109D-434B-BFBC-BC3F3C637EE9}" srcOrd="0" destOrd="0" presId="urn:microsoft.com/office/officeart/2005/8/layout/StepDownProcess"/>
    <dgm:cxn modelId="{3EDF08EB-819C-49D1-8890-0F54BE0BFE2D}" type="presParOf" srcId="{72CCC333-21EB-4A24-856A-E1771B4FE520}" destId="{AEBAFBA2-9A45-45DB-BD57-0E6EF04C6BC6}" srcOrd="1" destOrd="0" presId="urn:microsoft.com/office/officeart/2005/8/layout/StepDownProcess"/>
    <dgm:cxn modelId="{023CF2E9-A123-4574-B60B-BEF1CD604E70}" type="presParOf" srcId="{72CCC333-21EB-4A24-856A-E1771B4FE520}" destId="{578D3420-085C-47AD-B811-35453EED5B74}" srcOrd="2" destOrd="0" presId="urn:microsoft.com/office/officeart/2005/8/layout/StepDownProcess"/>
    <dgm:cxn modelId="{BF521FCE-A158-4D15-BC61-4CA44738F100}" type="presParOf" srcId="{838EAB31-C9D7-4776-B922-77ACC5511958}" destId="{891C9C9D-8FFA-48D6-B555-6E36CEE96CD6}" srcOrd="3" destOrd="0" presId="urn:microsoft.com/office/officeart/2005/8/layout/StepDownProcess"/>
    <dgm:cxn modelId="{9EBDE78A-2D06-451D-A0B4-BDE3F9B06662}" type="presParOf" srcId="{838EAB31-C9D7-4776-B922-77ACC5511958}" destId="{6B6C7AA1-D625-44A5-B8DD-9D3ED6C59C5C}" srcOrd="4" destOrd="0" presId="urn:microsoft.com/office/officeart/2005/8/layout/StepDownProcess"/>
    <dgm:cxn modelId="{67D60143-4354-4896-BE76-F20C0F7E3CC7}" type="presParOf" srcId="{6B6C7AA1-D625-44A5-B8DD-9D3ED6C59C5C}" destId="{D796BA39-D033-4CF7-B413-47DAB010F0F7}" srcOrd="0" destOrd="0" presId="urn:microsoft.com/office/officeart/2005/8/layout/StepDownProcess"/>
    <dgm:cxn modelId="{35735573-A33D-4656-85FE-A9177D208F48}" type="presParOf" srcId="{6B6C7AA1-D625-44A5-B8DD-9D3ED6C59C5C}" destId="{8887BB70-DF4B-4070-97C3-92C422B79E1B}" srcOrd="1" destOrd="0" presId="urn:microsoft.com/office/officeart/2005/8/layout/StepDownProcess"/>
    <dgm:cxn modelId="{F7209D65-2C7F-4A89-B38C-F28567AEA965}" type="presParOf" srcId="{6B6C7AA1-D625-44A5-B8DD-9D3ED6C59C5C}" destId="{A4A814C8-3E1E-4E76-A409-5EFAB285D630}" srcOrd="2" destOrd="0" presId="urn:microsoft.com/office/officeart/2005/8/layout/StepDownProcess"/>
    <dgm:cxn modelId="{ECA8E828-5B97-4815-BCB1-A7774D51AEB5}" type="presParOf" srcId="{838EAB31-C9D7-4776-B922-77ACC5511958}" destId="{684720F5-6149-433F-A155-247C73D6DCB4}" srcOrd="5" destOrd="0" presId="urn:microsoft.com/office/officeart/2005/8/layout/StepDownProcess"/>
    <dgm:cxn modelId="{C28DF74C-F7E8-4FCD-B8B8-2B8312EB5A56}" type="presParOf" srcId="{838EAB31-C9D7-4776-B922-77ACC5511958}" destId="{D701F3F6-B1CE-43F8-8485-ABA50966733F}" srcOrd="6" destOrd="0" presId="urn:microsoft.com/office/officeart/2005/8/layout/StepDownProcess"/>
    <dgm:cxn modelId="{787AB74D-4DA3-4F82-9F76-117C51BAFF9D}" type="presParOf" srcId="{D701F3F6-B1CE-43F8-8485-ABA50966733F}" destId="{724EDAB0-3033-4B9B-8C9E-C2E001CF8320}" srcOrd="0" destOrd="0" presId="urn:microsoft.com/office/officeart/2005/8/layout/StepDownProcess"/>
    <dgm:cxn modelId="{C9171DCA-D734-439F-8489-DBF5654D08C2}" type="presParOf" srcId="{D701F3F6-B1CE-43F8-8485-ABA50966733F}" destId="{1904950C-9480-47A2-8F8C-01E6FF122525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D1B93-1EDA-4884-AD68-043CBE479BF6}">
      <dsp:nvSpPr>
        <dsp:cNvPr id="0" name=""/>
        <dsp:cNvSpPr/>
      </dsp:nvSpPr>
      <dsp:spPr>
        <a:xfrm rot="5400000">
          <a:off x="649738" y="1184365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ABAF7-928B-4364-8419-474F14BC4332}">
      <dsp:nvSpPr>
        <dsp:cNvPr id="0" name=""/>
        <dsp:cNvSpPr/>
      </dsp:nvSpPr>
      <dsp:spPr>
        <a:xfrm>
          <a:off x="374167" y="31360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Arduino as ISP</a:t>
          </a:r>
        </a:p>
      </dsp:txBody>
      <dsp:txXfrm>
        <a:off x="434008" y="91201"/>
        <a:ext cx="1631284" cy="1105937"/>
      </dsp:txXfrm>
    </dsp:sp>
    <dsp:sp modelId="{06EF05B4-D47D-4EED-8666-C3D26E92D8EF}">
      <dsp:nvSpPr>
        <dsp:cNvPr id="0" name=""/>
        <dsp:cNvSpPr/>
      </dsp:nvSpPr>
      <dsp:spPr>
        <a:xfrm>
          <a:off x="2125133" y="148250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CEFF3C-109D-434B-BFBC-BC3F3C637EE9}">
      <dsp:nvSpPr>
        <dsp:cNvPr id="0" name=""/>
        <dsp:cNvSpPr/>
      </dsp:nvSpPr>
      <dsp:spPr>
        <a:xfrm rot="5400000">
          <a:off x="2101476" y="2561140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AFBA2-9A45-45DB-BD57-0E6EF04C6BC6}">
      <dsp:nvSpPr>
        <dsp:cNvPr id="0" name=""/>
        <dsp:cNvSpPr/>
      </dsp:nvSpPr>
      <dsp:spPr>
        <a:xfrm>
          <a:off x="1825904" y="1408135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Install AVRDUDE</a:t>
          </a:r>
        </a:p>
      </dsp:txBody>
      <dsp:txXfrm>
        <a:off x="1885745" y="1467976"/>
        <a:ext cx="1631284" cy="1105937"/>
      </dsp:txXfrm>
    </dsp:sp>
    <dsp:sp modelId="{578D3420-085C-47AD-B811-35453EED5B74}">
      <dsp:nvSpPr>
        <dsp:cNvPr id="0" name=""/>
        <dsp:cNvSpPr/>
      </dsp:nvSpPr>
      <dsp:spPr>
        <a:xfrm>
          <a:off x="3576871" y="1525026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6BA39-D033-4CF7-B413-47DAB010F0F7}">
      <dsp:nvSpPr>
        <dsp:cNvPr id="0" name=""/>
        <dsp:cNvSpPr/>
      </dsp:nvSpPr>
      <dsp:spPr>
        <a:xfrm rot="5400000">
          <a:off x="3553213" y="3937916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7BB70-DF4B-4070-97C3-92C422B79E1B}">
      <dsp:nvSpPr>
        <dsp:cNvPr id="0" name=""/>
        <dsp:cNvSpPr/>
      </dsp:nvSpPr>
      <dsp:spPr>
        <a:xfrm>
          <a:off x="3277642" y="2784911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Set fuses and flash boot</a:t>
          </a:r>
        </a:p>
      </dsp:txBody>
      <dsp:txXfrm>
        <a:off x="3337483" y="2844752"/>
        <a:ext cx="1631284" cy="1105937"/>
      </dsp:txXfrm>
    </dsp:sp>
    <dsp:sp modelId="{A4A814C8-3E1E-4E76-A409-5EFAB285D630}">
      <dsp:nvSpPr>
        <dsp:cNvPr id="0" name=""/>
        <dsp:cNvSpPr/>
      </dsp:nvSpPr>
      <dsp:spPr>
        <a:xfrm>
          <a:off x="5028608" y="2901802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700" kern="1200" dirty="0"/>
        </a:p>
      </dsp:txBody>
      <dsp:txXfrm>
        <a:off x="5028608" y="2901802"/>
        <a:ext cx="1273486" cy="990600"/>
      </dsp:txXfrm>
    </dsp:sp>
    <dsp:sp modelId="{724EDAB0-3033-4B9B-8C9E-C2E001CF8320}">
      <dsp:nvSpPr>
        <dsp:cNvPr id="0" name=""/>
        <dsp:cNvSpPr/>
      </dsp:nvSpPr>
      <dsp:spPr>
        <a:xfrm>
          <a:off x="4729379" y="4161686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Set lock</a:t>
          </a:r>
        </a:p>
      </dsp:txBody>
      <dsp:txXfrm>
        <a:off x="4789220" y="4221527"/>
        <a:ext cx="1631284" cy="1105937"/>
      </dsp:txXfrm>
    </dsp:sp>
    <dsp:sp modelId="{1904950C-9480-47A2-8F8C-01E6FF122525}">
      <dsp:nvSpPr>
        <dsp:cNvPr id="0" name=""/>
        <dsp:cNvSpPr/>
      </dsp:nvSpPr>
      <dsp:spPr>
        <a:xfrm>
          <a:off x="6480346" y="4278577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700" kern="1200"/>
        </a:p>
      </dsp:txBody>
      <dsp:txXfrm>
        <a:off x="6480346" y="4278577"/>
        <a:ext cx="1273486" cy="990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D1B93-1EDA-4884-AD68-043CBE479BF6}">
      <dsp:nvSpPr>
        <dsp:cNvPr id="0" name=""/>
        <dsp:cNvSpPr/>
      </dsp:nvSpPr>
      <dsp:spPr>
        <a:xfrm rot="5400000">
          <a:off x="649738" y="1184365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ABAF7-928B-4364-8419-474F14BC4332}">
      <dsp:nvSpPr>
        <dsp:cNvPr id="0" name=""/>
        <dsp:cNvSpPr/>
      </dsp:nvSpPr>
      <dsp:spPr>
        <a:xfrm>
          <a:off x="374167" y="31360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Set LF,HF,EF fuses </a:t>
          </a:r>
        </a:p>
      </dsp:txBody>
      <dsp:txXfrm>
        <a:off x="434008" y="91201"/>
        <a:ext cx="1631284" cy="1105937"/>
      </dsp:txXfrm>
    </dsp:sp>
    <dsp:sp modelId="{06EF05B4-D47D-4EED-8666-C3D26E92D8EF}">
      <dsp:nvSpPr>
        <dsp:cNvPr id="0" name=""/>
        <dsp:cNvSpPr/>
      </dsp:nvSpPr>
      <dsp:spPr>
        <a:xfrm>
          <a:off x="2125133" y="148250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CEFF3C-109D-434B-BFBC-BC3F3C637EE9}">
      <dsp:nvSpPr>
        <dsp:cNvPr id="0" name=""/>
        <dsp:cNvSpPr/>
      </dsp:nvSpPr>
      <dsp:spPr>
        <a:xfrm rot="5400000">
          <a:off x="2101476" y="2561140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BAFBA2-9A45-45DB-BD57-0E6EF04C6BC6}">
      <dsp:nvSpPr>
        <dsp:cNvPr id="0" name=""/>
        <dsp:cNvSpPr/>
      </dsp:nvSpPr>
      <dsp:spPr>
        <a:xfrm>
          <a:off x="1825904" y="1408135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Flash the boot </a:t>
          </a:r>
          <a:br>
            <a:rPr lang="en-IN" sz="2200" kern="1200" dirty="0"/>
          </a:br>
          <a:r>
            <a:rPr lang="en-IN" sz="2200" kern="1200" dirty="0"/>
            <a:t>hex file</a:t>
          </a:r>
        </a:p>
      </dsp:txBody>
      <dsp:txXfrm>
        <a:off x="1885745" y="1467976"/>
        <a:ext cx="1631284" cy="1105937"/>
      </dsp:txXfrm>
    </dsp:sp>
    <dsp:sp modelId="{578D3420-085C-47AD-B811-35453EED5B74}">
      <dsp:nvSpPr>
        <dsp:cNvPr id="0" name=""/>
        <dsp:cNvSpPr/>
      </dsp:nvSpPr>
      <dsp:spPr>
        <a:xfrm>
          <a:off x="3576871" y="1525026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6BA39-D033-4CF7-B413-47DAB010F0F7}">
      <dsp:nvSpPr>
        <dsp:cNvPr id="0" name=""/>
        <dsp:cNvSpPr/>
      </dsp:nvSpPr>
      <dsp:spPr>
        <a:xfrm rot="5400000">
          <a:off x="3553213" y="3937916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7BB70-DF4B-4070-97C3-92C422B79E1B}">
      <dsp:nvSpPr>
        <dsp:cNvPr id="0" name=""/>
        <dsp:cNvSpPr/>
      </dsp:nvSpPr>
      <dsp:spPr>
        <a:xfrm>
          <a:off x="3277642" y="2784911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Verify flash</a:t>
          </a:r>
        </a:p>
      </dsp:txBody>
      <dsp:txXfrm>
        <a:off x="3337483" y="2844752"/>
        <a:ext cx="1631284" cy="1105937"/>
      </dsp:txXfrm>
    </dsp:sp>
    <dsp:sp modelId="{A4A814C8-3E1E-4E76-A409-5EFAB285D630}">
      <dsp:nvSpPr>
        <dsp:cNvPr id="0" name=""/>
        <dsp:cNvSpPr/>
      </dsp:nvSpPr>
      <dsp:spPr>
        <a:xfrm>
          <a:off x="5028608" y="2901802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700" kern="1200" dirty="0"/>
        </a:p>
      </dsp:txBody>
      <dsp:txXfrm>
        <a:off x="5028608" y="2901802"/>
        <a:ext cx="1273486" cy="990600"/>
      </dsp:txXfrm>
    </dsp:sp>
    <dsp:sp modelId="{724EDAB0-3033-4B9B-8C9E-C2E001CF8320}">
      <dsp:nvSpPr>
        <dsp:cNvPr id="0" name=""/>
        <dsp:cNvSpPr/>
      </dsp:nvSpPr>
      <dsp:spPr>
        <a:xfrm>
          <a:off x="4729379" y="4161686"/>
          <a:ext cx="1750966" cy="122561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Set lock bit fuse</a:t>
          </a:r>
        </a:p>
      </dsp:txBody>
      <dsp:txXfrm>
        <a:off x="4789220" y="4221527"/>
        <a:ext cx="1631284" cy="1105937"/>
      </dsp:txXfrm>
    </dsp:sp>
    <dsp:sp modelId="{1904950C-9480-47A2-8F8C-01E6FF122525}">
      <dsp:nvSpPr>
        <dsp:cNvPr id="0" name=""/>
        <dsp:cNvSpPr/>
      </dsp:nvSpPr>
      <dsp:spPr>
        <a:xfrm>
          <a:off x="6480346" y="4278577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700" kern="1200"/>
        </a:p>
      </dsp:txBody>
      <dsp:txXfrm>
        <a:off x="6480346" y="4278577"/>
        <a:ext cx="1273486" cy="990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D30D1-289A-4E7F-8C51-21157162644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7417E-FC41-4CCC-8C3B-72A221A6F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97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80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58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921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3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685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690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207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201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131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651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21FF-F05C-77DB-E40C-2E355CC6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F25E0-AFFC-E600-082F-A386BC121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5D51B-B21B-4F43-5B27-C84929B1E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10D5B-B4DA-772C-22C1-522FA8D89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00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80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704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188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860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678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343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177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5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7417E-FC41-4CCC-8C3B-72A221A6F6C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84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2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6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13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64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4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3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4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0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2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43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B0E34-C95C-4947-87E8-0170E8DDD73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CE2EA-54CA-4CAF-B4E6-43965A526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0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4.png"/><Relationship Id="rId5" Type="http://schemas.openxmlformats.org/officeDocument/2006/relationships/image" Target="../media/image2.png"/><Relationship Id="rId10" Type="http://schemas.openxmlformats.org/officeDocument/2006/relationships/slide" Target="slide5.xml"/><Relationship Id="rId4" Type="http://schemas.openxmlformats.org/officeDocument/2006/relationships/slide" Target="slide7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slide" Target="slide16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sv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1.jp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11" Type="http://schemas.openxmlformats.org/officeDocument/2006/relationships/image" Target="../media/image19.png"/><Relationship Id="rId5" Type="http://schemas.openxmlformats.org/officeDocument/2006/relationships/image" Target="../media/image6.svg"/><Relationship Id="rId10" Type="http://schemas.microsoft.com/office/2007/relationships/diagramDrawing" Target="../diagrams/drawing2.xml"/><Relationship Id="rId4" Type="http://schemas.openxmlformats.org/officeDocument/2006/relationships/image" Target="../media/image5.png"/><Relationship Id="rId9" Type="http://schemas.openxmlformats.org/officeDocument/2006/relationships/diagramColors" Target="../diagrams/colors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hyperlink" Target="https://open-stand.org/news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B62797-074E-7C70-1268-D5B7E93EB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6" y="0"/>
            <a:ext cx="12192000" cy="68656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0C53FE-2992-0050-A7BD-F572C222E363}"/>
              </a:ext>
            </a:extLst>
          </p:cNvPr>
          <p:cNvSpPr/>
          <p:nvPr/>
        </p:nvSpPr>
        <p:spPr>
          <a:xfrm>
            <a:off x="5622854" y="2891134"/>
            <a:ext cx="380232" cy="18466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" b="1" dirty="0">
                <a:ln w="22225">
                  <a:noFill/>
                  <a:prstDash val="solid"/>
                </a:ln>
                <a:solidFill>
                  <a:srgbClr val="E7E2C6"/>
                </a:solidFill>
                <a:latin typeface="Algerian" panose="04020705040A02060702" pitchFamily="82" charset="0"/>
              </a:rPr>
              <a:t>LUNARCAD</a:t>
            </a:r>
          </a:p>
          <a:p>
            <a:pPr algn="ctr"/>
            <a:r>
              <a:rPr lang="en-US" sz="300" b="1" cap="none" spc="0" dirty="0">
                <a:ln w="22225">
                  <a:noFill/>
                  <a:prstDash val="solid"/>
                </a:ln>
                <a:solidFill>
                  <a:srgbClr val="E7E2C6"/>
                </a:solidFill>
                <a:effectLst/>
                <a:latin typeface="Algerian" panose="04020705040A02060702" pitchFamily="82" charset="0"/>
              </a:rPr>
              <a:t>2</a:t>
            </a:r>
            <a:r>
              <a:rPr lang="en-US" sz="300" b="1" dirty="0">
                <a:ln w="22225">
                  <a:noFill/>
                  <a:prstDash val="solid"/>
                </a:ln>
                <a:solidFill>
                  <a:srgbClr val="E7E2C6"/>
                </a:solidFill>
                <a:latin typeface="Algerian" panose="04020705040A02060702" pitchFamily="82" charset="0"/>
              </a:rPr>
              <a:t>.0</a:t>
            </a:r>
            <a:endParaRPr lang="en-US" sz="300" b="1" cap="none" spc="0" dirty="0">
              <a:ln w="22225">
                <a:noFill/>
                <a:prstDash val="solid"/>
              </a:ln>
              <a:solidFill>
                <a:srgbClr val="E7E2C6"/>
              </a:solidFill>
              <a:effectLst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39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69CE035D-993D-B3AA-C664-4C93416AA8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36020780"/>
                  </p:ext>
                </p:extLst>
              </p:nvPr>
            </p:nvGraphicFramePr>
            <p:xfrm>
              <a:off x="7028952" y="2923714"/>
              <a:ext cx="6600372" cy="3712709"/>
            </p:xfrm>
            <a:graphic>
              <a:graphicData uri="http://schemas.microsoft.com/office/powerpoint/2016/sectionzoom">
                <psez:sectionZm>
                  <psez:sectionZmObj sectionId="{DC1A2BFD-E0AE-4AA9-B511-25D5D5E59BDE}">
                    <psez:zmPr id="{1390AE8A-A09C-43D0-9B23-8A4B3E7802E7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600372" cy="371270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9CE035D-993D-B3AA-C664-4C93416AA8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8952" y="2923714"/>
                <a:ext cx="6600372" cy="3712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47741CE0-611B-7142-0CF4-691B686422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56756096"/>
                  </p:ext>
                </p:extLst>
              </p:nvPr>
            </p:nvGraphicFramePr>
            <p:xfrm>
              <a:off x="-783410" y="3087000"/>
              <a:ext cx="6019801" cy="3386138"/>
            </p:xfrm>
            <a:graphic>
              <a:graphicData uri="http://schemas.microsoft.com/office/powerpoint/2016/sectionzoom">
                <psez:sectionZm>
                  <psez:sectionZmObj sectionId="{64AFF839-89BE-4D36-B4D7-43B6E7CBF1E3}">
                    <psez:zmPr id="{3CD33BB9-B5C2-4138-9900-7D27BCCC3F85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19801" cy="338613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47741CE0-611B-7142-0CF4-691B686422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783410" y="3087000"/>
                <a:ext cx="6019801" cy="3386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Section Zoom 5">
                <a:extLst>
                  <a:ext uri="{FF2B5EF4-FFF2-40B4-BE49-F238E27FC236}">
                    <a16:creationId xmlns:a16="http://schemas.microsoft.com/office/drawing/2014/main" id="{76ECC610-A8FF-6EF4-D803-351CE88FA3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0988968"/>
                  </p:ext>
                </p:extLst>
              </p:nvPr>
            </p:nvGraphicFramePr>
            <p:xfrm>
              <a:off x="2832486" y="493803"/>
              <a:ext cx="6600371" cy="3712709"/>
            </p:xfrm>
            <a:graphic>
              <a:graphicData uri="http://schemas.microsoft.com/office/powerpoint/2016/sectionzoom">
                <psez:sectionZm>
                  <psez:sectionZmObj sectionId="{76A6D373-7432-4D46-BF99-D4C6230E9953}">
                    <psez:zmPr id="{A1253E89-32AC-4121-981B-1247F2C2015A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600371" cy="371270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Section Zoom 5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6ECC610-A8FF-6EF4-D803-351CE88FA3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2486" y="493803"/>
                <a:ext cx="6600371" cy="3712709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78DFCE8-9AA5-E59D-B267-AE47F38788CB}"/>
              </a:ext>
            </a:extLst>
          </p:cNvPr>
          <p:cNvSpPr txBox="1"/>
          <p:nvPr/>
        </p:nvSpPr>
        <p:spPr>
          <a:xfrm rot="18959032">
            <a:off x="2993571" y="3641958"/>
            <a:ext cx="391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F01F0-DCA2-B82E-28A5-B010F578A75B}"/>
              </a:ext>
            </a:extLst>
          </p:cNvPr>
          <p:cNvSpPr/>
          <p:nvPr/>
        </p:nvSpPr>
        <p:spPr>
          <a:xfrm>
            <a:off x="-50095" y="-44806"/>
            <a:ext cx="2276585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E7E2C6"/>
                </a:solidFill>
                <a:latin typeface="Algerian" panose="04020705040A02060702" pitchFamily="82" charset="0"/>
              </a:rPr>
              <a:t>LUNARCAD</a:t>
            </a:r>
          </a:p>
          <a:p>
            <a:pPr algn="ctr"/>
            <a:r>
              <a:rPr lang="en-US" sz="3200" b="1" cap="none" spc="0" dirty="0">
                <a:ln w="22225">
                  <a:noFill/>
                  <a:prstDash val="solid"/>
                </a:ln>
                <a:solidFill>
                  <a:srgbClr val="E7E2C6"/>
                </a:solidFill>
                <a:effectLst/>
                <a:latin typeface="Algerian" panose="04020705040A02060702" pitchFamily="82" charset="0"/>
              </a:rPr>
              <a:t>2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E7E2C6"/>
                </a:solidFill>
                <a:latin typeface="Algerian" panose="04020705040A02060702" pitchFamily="82" charset="0"/>
              </a:rPr>
              <a:t>.0</a:t>
            </a:r>
            <a:endParaRPr lang="en-US" sz="3200" b="1" cap="none" spc="0" dirty="0">
              <a:ln w="22225">
                <a:noFill/>
                <a:prstDash val="solid"/>
              </a:ln>
              <a:solidFill>
                <a:srgbClr val="E7E2C6"/>
              </a:solidFill>
              <a:effectLst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8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4B4468B-CC99-7336-26D6-7E4A1D0062CD}"/>
              </a:ext>
            </a:extLst>
          </p:cNvPr>
          <p:cNvSpPr/>
          <p:nvPr/>
        </p:nvSpPr>
        <p:spPr>
          <a:xfrm>
            <a:off x="3876675" y="1333500"/>
            <a:ext cx="4438650" cy="4438650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058D6490-309A-D02C-0E5A-8EF845802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5146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0331B8-389F-B932-D0A7-FFF668BAD91B}"/>
              </a:ext>
            </a:extLst>
          </p:cNvPr>
          <p:cNvSpPr txBox="1"/>
          <p:nvPr/>
        </p:nvSpPr>
        <p:spPr>
          <a:xfrm>
            <a:off x="4293277" y="3552825"/>
            <a:ext cx="427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	      B-A-S-I-C-S</a:t>
            </a:r>
          </a:p>
        </p:txBody>
      </p:sp>
    </p:spTree>
    <p:extLst>
      <p:ext uri="{BB962C8B-B14F-4D97-AF65-F5344CB8AC3E}">
        <p14:creationId xmlns:p14="http://schemas.microsoft.com/office/powerpoint/2010/main" val="177292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group of electronic components laid out on a table">
            <a:extLst>
              <a:ext uri="{FF2B5EF4-FFF2-40B4-BE49-F238E27FC236}">
                <a16:creationId xmlns:a16="http://schemas.microsoft.com/office/drawing/2014/main" id="{98ADD627-230F-0636-C2A2-FD954D42C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6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BB8058D-2923-6668-5F6C-EFB9373667E0}"/>
              </a:ext>
            </a:extLst>
          </p:cNvPr>
          <p:cNvSpPr/>
          <p:nvPr/>
        </p:nvSpPr>
        <p:spPr>
          <a:xfrm>
            <a:off x="-1168400" y="-3611598"/>
            <a:ext cx="14528800" cy="14370050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3" name="Graphic 2" descr="Laptop with solid fill">
            <a:extLst>
              <a:ext uri="{FF2B5EF4-FFF2-40B4-BE49-F238E27FC236}">
                <a16:creationId xmlns:a16="http://schemas.microsoft.com/office/drawing/2014/main" id="{BD97682C-8C69-A312-4E65-439B85358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2400" y="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2CE4DB-9C92-F508-1C22-0A2335683941}"/>
              </a:ext>
            </a:extLst>
          </p:cNvPr>
          <p:cNvSpPr txBox="1"/>
          <p:nvPr/>
        </p:nvSpPr>
        <p:spPr>
          <a:xfrm>
            <a:off x="4343806" y="711599"/>
            <a:ext cx="4035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	B-A-S-I-C-S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0AAAF-995B-9067-04E8-62C0D8ACA036}"/>
              </a:ext>
            </a:extLst>
          </p:cNvPr>
          <p:cNvSpPr txBox="1"/>
          <p:nvPr/>
        </p:nvSpPr>
        <p:spPr>
          <a:xfrm>
            <a:off x="-360218" y="3388761"/>
            <a:ext cx="69549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Söhne"/>
              </a:rPr>
              <a:t>            </a:t>
            </a:r>
            <a:r>
              <a:rPr lang="en-US" sz="4800" b="1" i="0" dirty="0">
                <a:effectLst/>
                <a:latin typeface="Söhne"/>
              </a:rPr>
              <a:t>Let’s </a:t>
            </a:r>
            <a:r>
              <a:rPr lang="en-IN" sz="4800" b="1" i="0" dirty="0">
                <a:effectLst/>
                <a:latin typeface="Söhne"/>
              </a:rPr>
              <a:t>R-E-W-I-N-D/</a:t>
            </a:r>
          </a:p>
          <a:p>
            <a:r>
              <a:rPr lang="en-IN" sz="4800" b="1" dirty="0">
                <a:latin typeface="Söhne"/>
              </a:rPr>
              <a:t>	</a:t>
            </a:r>
            <a:r>
              <a:rPr lang="en-IN" sz="4400" b="1" dirty="0">
                <a:latin typeface="Söhne"/>
              </a:rPr>
              <a:t>Y do we need this there ?</a:t>
            </a:r>
            <a:r>
              <a:rPr lang="en-IN" sz="4800" b="1" i="0" dirty="0">
                <a:effectLst/>
                <a:latin typeface="Söhne"/>
              </a:rPr>
              <a:t>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972104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4B4468B-CC99-7336-26D6-7E4A1D0062CD}"/>
              </a:ext>
            </a:extLst>
          </p:cNvPr>
          <p:cNvSpPr/>
          <p:nvPr/>
        </p:nvSpPr>
        <p:spPr>
          <a:xfrm>
            <a:off x="3876675" y="1101151"/>
            <a:ext cx="4438650" cy="4438650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058D6490-309A-D02C-0E5A-8EF845802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28225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0331B8-389F-B932-D0A7-FFF668BAD91B}"/>
              </a:ext>
            </a:extLst>
          </p:cNvPr>
          <p:cNvSpPr txBox="1"/>
          <p:nvPr/>
        </p:nvSpPr>
        <p:spPr>
          <a:xfrm>
            <a:off x="4188502" y="3320476"/>
            <a:ext cx="406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       Pinout Diagram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70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B4B6E47-8A8E-3881-7335-710BDC1C967C}"/>
              </a:ext>
            </a:extLst>
          </p:cNvPr>
          <p:cNvSpPr/>
          <p:nvPr/>
        </p:nvSpPr>
        <p:spPr>
          <a:xfrm>
            <a:off x="-952499" y="-3947101"/>
            <a:ext cx="14106522" cy="14615102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3" name="Graphic 2" descr="Laptop with solid fill">
            <a:extLst>
              <a:ext uri="{FF2B5EF4-FFF2-40B4-BE49-F238E27FC236}">
                <a16:creationId xmlns:a16="http://schemas.microsoft.com/office/drawing/2014/main" id="{1C0ED0A7-1A11-B313-2DD9-C0C332A64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00" y="-196958"/>
            <a:ext cx="1181100" cy="1181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E6F5B8-AF8D-E017-A2E7-60DE3291ACEA}"/>
              </a:ext>
            </a:extLst>
          </p:cNvPr>
          <p:cNvSpPr txBox="1"/>
          <p:nvPr/>
        </p:nvSpPr>
        <p:spPr>
          <a:xfrm>
            <a:off x="4312327" y="722532"/>
            <a:ext cx="4193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Intro to object oriented C</a:t>
            </a:r>
          </a:p>
        </p:txBody>
      </p:sp>
      <p:pic>
        <p:nvPicPr>
          <p:cNvPr id="1026" name="Picture 2" descr="A Comprehensive Guide to ATMega328P Pinout">
            <a:extLst>
              <a:ext uri="{FF2B5EF4-FFF2-40B4-BE49-F238E27FC236}">
                <a16:creationId xmlns:a16="http://schemas.microsoft.com/office/drawing/2014/main" id="{68A47AC3-232E-A311-4D93-E533FB7A3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11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4B4468B-CC99-7336-26D6-7E4A1D0062CD}"/>
              </a:ext>
            </a:extLst>
          </p:cNvPr>
          <p:cNvSpPr/>
          <p:nvPr/>
        </p:nvSpPr>
        <p:spPr>
          <a:xfrm>
            <a:off x="3876675" y="1101151"/>
            <a:ext cx="4438650" cy="4438650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058D6490-309A-D02C-0E5A-8EF845802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28225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0331B8-389F-B932-D0A7-FFF668BAD91B}"/>
              </a:ext>
            </a:extLst>
          </p:cNvPr>
          <p:cNvSpPr txBox="1"/>
          <p:nvPr/>
        </p:nvSpPr>
        <p:spPr>
          <a:xfrm>
            <a:off x="5177249" y="3196651"/>
            <a:ext cx="406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  <a:r>
              <a:rPr lang="en-IN" sz="2800" dirty="0" err="1">
                <a:solidFill>
                  <a:schemeClr val="bg1"/>
                </a:solidFill>
              </a:rPr>
              <a:t>chematics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64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1108710" y="-4108127"/>
            <a:ext cx="14409420" cy="14721779"/>
          </a:xfrm>
          <a:prstGeom prst="ellipse">
            <a:avLst/>
          </a:prstGeom>
          <a:solidFill>
            <a:srgbClr val="020605">
              <a:alpha val="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8178CAB9-E925-2B11-8A0E-E10CEA073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81179F-D64E-F4BD-696A-AFE3E2624516}"/>
              </a:ext>
            </a:extLst>
          </p:cNvPr>
          <p:cNvSpPr txBox="1"/>
          <p:nvPr/>
        </p:nvSpPr>
        <p:spPr>
          <a:xfrm>
            <a:off x="5244082" y="914400"/>
            <a:ext cx="406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</a:t>
            </a:r>
            <a:r>
              <a:rPr lang="en-IN" sz="2800" dirty="0" err="1"/>
              <a:t>chematics</a:t>
            </a:r>
            <a:endParaRPr lang="en-IN" sz="28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712B90-C1B3-A437-85E0-78BE50BB5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913" y="0"/>
            <a:ext cx="11859588" cy="838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1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bon line texture background">
            <a:extLst>
              <a:ext uri="{FF2B5EF4-FFF2-40B4-BE49-F238E27FC236}">
                <a16:creationId xmlns:a16="http://schemas.microsoft.com/office/drawing/2014/main" id="{28FA34BB-135E-CA8C-4710-5B27BD3F8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1301750" y="-4095055"/>
            <a:ext cx="14409420" cy="14721779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0" name="Graphic 9" descr="Laptop with solid fill">
            <a:extLst>
              <a:ext uri="{FF2B5EF4-FFF2-40B4-BE49-F238E27FC236}">
                <a16:creationId xmlns:a16="http://schemas.microsoft.com/office/drawing/2014/main" id="{9345809F-AB61-F5C2-F0B7-1B0BEF1B6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" y="0"/>
            <a:ext cx="942975" cy="94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183176-9BAC-0500-4CA7-C901F0F5110B}"/>
              </a:ext>
            </a:extLst>
          </p:cNvPr>
          <p:cNvSpPr/>
          <p:nvPr/>
        </p:nvSpPr>
        <p:spPr>
          <a:xfrm>
            <a:off x="5496846" y="0"/>
            <a:ext cx="20746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Design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CFE94-006C-1FEB-86CF-1C01E4285D64}"/>
              </a:ext>
            </a:extLst>
          </p:cNvPr>
          <p:cNvSpPr txBox="1"/>
          <p:nvPr/>
        </p:nvSpPr>
        <p:spPr>
          <a:xfrm>
            <a:off x="1314451" y="650587"/>
            <a:ext cx="6069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Why did we placed that there ? </a:t>
            </a:r>
            <a:r>
              <a:rPr lang="en-IN" sz="3200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773345-926B-F595-A05C-AA74DDA521DC}"/>
                  </a:ext>
                </a:extLst>
              </p:cNvPr>
              <p:cNvSpPr txBox="1"/>
              <p:nvPr/>
            </p:nvSpPr>
            <p:spPr>
              <a:xfrm>
                <a:off x="1314451" y="1308080"/>
                <a:ext cx="4972050" cy="5689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solidFill>
                      <a:schemeClr val="accent1"/>
                    </a:solidFill>
                  </a:rPr>
                  <a:t>1N4007 diode : Reverse polarity Protection </a:t>
                </a:r>
              </a:p>
              <a:p>
                <a:r>
                  <a:rPr lang="en-IN" sz="1400" dirty="0">
                    <a:solidFill>
                      <a:schemeClr val="accent1"/>
                    </a:solidFill>
                  </a:rPr>
                  <a:t>Capacitor near diode : input </a:t>
                </a:r>
                <a:r>
                  <a:rPr lang="en-US" sz="1400" dirty="0">
                    <a:solidFill>
                      <a:schemeClr val="accent1"/>
                    </a:solidFill>
                  </a:rPr>
                  <a:t>stabilization / add a smaller value if your input is full of noise</a:t>
                </a:r>
                <a:endParaRPr lang="en-IN" sz="1400" dirty="0">
                  <a:solidFill>
                    <a:schemeClr val="bg1"/>
                  </a:solidFill>
                </a:endParaRPr>
              </a:p>
              <a:p>
                <a:endParaRPr lang="en-IN" sz="1400" dirty="0">
                  <a:solidFill>
                    <a:schemeClr val="bg1"/>
                  </a:solidFill>
                </a:endParaRPr>
              </a:p>
              <a:p>
                <a:r>
                  <a:rPr lang="en-IN" sz="1400" dirty="0">
                    <a:solidFill>
                      <a:schemeClr val="accent4"/>
                    </a:solidFill>
                  </a:rPr>
                  <a:t>104J 16v cap : </a:t>
                </a:r>
                <a:r>
                  <a:rPr lang="en-US" sz="1400" dirty="0">
                    <a:solidFill>
                      <a:schemeClr val="accent4"/>
                    </a:solidFill>
                  </a:rPr>
                  <a:t>A 0.1µF capacitor in series between the serial control line (DTR/RTS) and RESET AC-couples the falling edge into a short low pulse on the active-low RESET pin; the 10k pull-up then restores RESET high, allowing an automatic reset for bootloader programming.</a:t>
                </a:r>
              </a:p>
              <a:p>
                <a:endParaRPr lang="en-IN" sz="1400" dirty="0">
                  <a:solidFill>
                    <a:schemeClr val="bg1"/>
                  </a:solidFill>
                </a:endParaRPr>
              </a:p>
              <a:p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Why 22pf </a:t>
                </a:r>
                <a:r>
                  <a:rPr lang="en-IN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capasitor</a:t>
                </a: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 at oscillator ? Why cant it be lower or higher value ? </a:t>
                </a:r>
              </a:p>
              <a:p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	</a:t>
                </a:r>
                <a:r>
                  <a:rPr lang="en-IN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Atmega</a:t>
                </a: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 328p used a mechanical crystal </a:t>
                </a:r>
                <a:r>
                  <a:rPr lang="en-IN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ocillators</a:t>
                </a: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 at 16mhz and the capacitors are not filter </a:t>
                </a:r>
                <a:r>
                  <a:rPr lang="en-IN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capasitors</a:t>
                </a: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 bit instead they are Load capacitors </a:t>
                </a:r>
                <a:b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b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Cl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1∗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𝐶𝑠𝑡𝑟𝑎𝑦</m:t>
                    </m:r>
                  </m:oMath>
                </a14:m>
                <a:endParaRPr lang="en-US" sz="14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sz="14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Cstray</a:t>
                </a:r>
                <a:r>
                  <a:rPr lang="en-US" sz="1400" dirty="0">
                    <a:solidFill>
                      <a:schemeClr val="accent6">
                        <a:lumMod val="75000"/>
                      </a:schemeClr>
                    </a:solidFill>
                  </a:rPr>
                  <a:t> is from </a:t>
                </a:r>
                <a:r>
                  <a:rPr lang="en-US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mcu</a:t>
                </a:r>
                <a:r>
                  <a:rPr lang="en-US" sz="1400" dirty="0">
                    <a:solidFill>
                      <a:schemeClr val="accent6">
                        <a:lumMod val="75000"/>
                      </a:schemeClr>
                    </a:solidFill>
                  </a:rPr>
                  <a:t> pin </a:t>
                </a:r>
                <a:r>
                  <a:rPr lang="en-US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ie</a:t>
                </a:r>
                <a:r>
                  <a:rPr lang="en-US" sz="1400" dirty="0">
                    <a:solidFill>
                      <a:schemeClr val="accent6">
                        <a:lumMod val="75000"/>
                      </a:schemeClr>
                    </a:solidFill>
                  </a:rPr>
                  <a:t> pin 9 and 10 = 5pf typical </a:t>
                </a:r>
              </a:p>
              <a:p>
                <a:r>
                  <a:rPr lang="en-US" sz="1400" dirty="0">
                    <a:solidFill>
                      <a:schemeClr val="accent6">
                        <a:lumMod val="75000"/>
                      </a:schemeClr>
                    </a:solidFill>
                  </a:rPr>
                  <a:t>If both are 22pf then by equation Cl=</a:t>
                </a:r>
                <a:r>
                  <a:rPr lang="en-US" sz="1400" b="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a:rPr lang="en-US" sz="1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a:rPr lang="en-US" sz="1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e>
                    </m:d>
                    <m:r>
                      <a:rPr lang="en-US" sz="1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5=16</m:t>
                    </m:r>
                    <m:r>
                      <a:rPr lang="en-US" sz="1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𝑝𝐹</m:t>
                    </m:r>
                  </m:oMath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Ie 16 pf matches the crystal spec to </a:t>
                </a:r>
                <a:r>
                  <a:rPr lang="en-IN" sz="1400" dirty="0" err="1">
                    <a:solidFill>
                      <a:schemeClr val="accent6">
                        <a:lumMod val="75000"/>
                      </a:schemeClr>
                    </a:solidFill>
                  </a:rPr>
                  <a:t>ocillate</a:t>
                </a: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 at 16mhz  </a:t>
                </a:r>
              </a:p>
              <a:p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(</a:t>
                </a:r>
                <a:r>
                  <a:rPr lang="en-IN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More detailed calculations coming on the upcoming slides</a:t>
                </a:r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)</a:t>
                </a:r>
              </a:p>
              <a:p>
                <a:endParaRPr lang="en-IN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IN" sz="1400" dirty="0">
                    <a:solidFill>
                      <a:schemeClr val="accent6">
                        <a:lumMod val="75000"/>
                      </a:schemeClr>
                    </a:solidFill>
                  </a:rPr>
                  <a:t>If value is smaller frequency will be higher and a big value means lower frequency</a:t>
                </a:r>
                <a:endParaRPr lang="en-US" sz="14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773345-926B-F595-A05C-AA74DDA52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1308080"/>
                <a:ext cx="4972050" cy="5689250"/>
              </a:xfrm>
              <a:prstGeom prst="rect">
                <a:avLst/>
              </a:prstGeom>
              <a:blipFill>
                <a:blip r:embed="rId6"/>
                <a:stretch>
                  <a:fillRect l="-368" t="-214" b="-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731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bon line texture background">
            <a:extLst>
              <a:ext uri="{FF2B5EF4-FFF2-40B4-BE49-F238E27FC236}">
                <a16:creationId xmlns:a16="http://schemas.microsoft.com/office/drawing/2014/main" id="{28FA34BB-135E-CA8C-4710-5B27BD3F8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1108710" y="-4117080"/>
            <a:ext cx="14409420" cy="14721779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0" name="Graphic 9" descr="Laptop with solid fill">
            <a:extLst>
              <a:ext uri="{FF2B5EF4-FFF2-40B4-BE49-F238E27FC236}">
                <a16:creationId xmlns:a16="http://schemas.microsoft.com/office/drawing/2014/main" id="{9345809F-AB61-F5C2-F0B7-1B0BEF1B6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" y="0"/>
            <a:ext cx="942975" cy="94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183176-9BAC-0500-4CA7-C901F0F5110B}"/>
              </a:ext>
            </a:extLst>
          </p:cNvPr>
          <p:cNvSpPr/>
          <p:nvPr/>
        </p:nvSpPr>
        <p:spPr>
          <a:xfrm>
            <a:off x="1366115" y="0"/>
            <a:ext cx="103360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did we avoid from this setup ?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CFE94-006C-1FEB-86CF-1C01E4285D64}"/>
              </a:ext>
            </a:extLst>
          </p:cNvPr>
          <p:cNvSpPr txBox="1"/>
          <p:nvPr/>
        </p:nvSpPr>
        <p:spPr>
          <a:xfrm>
            <a:off x="522941" y="1206213"/>
            <a:ext cx="111461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Brown Out circuit (to turn off </a:t>
            </a:r>
            <a:r>
              <a:rPr lang="en-IN" sz="2800" dirty="0" err="1">
                <a:solidFill>
                  <a:schemeClr val="accent2">
                    <a:lumMod val="75000"/>
                  </a:schemeClr>
                </a:solidFill>
              </a:rPr>
              <a:t>Atmega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 at 2v because 3v is the max low limit not necessary but original Arduino has and we want it simple we just avoid it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😁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Op amp auto power selection (simple you don’t need a single Arduino powering both from 12v input and </a:t>
            </a:r>
            <a:r>
              <a:rPr lang="en-IN" sz="2800" dirty="0" err="1">
                <a:solidFill>
                  <a:schemeClr val="accent2">
                    <a:lumMod val="75000"/>
                  </a:schemeClr>
                </a:solidFill>
              </a:rPr>
              <a:t>usb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 5v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Poly fuse (important to avoid unwanted short circuit causing other components to fail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12v &amp; 3.3v regulation (can be added if you need 12v support to Arduino and 3.3 integration)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Tx and Rx led (total waste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😒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2">
                    <a:lumMod val="75000"/>
                  </a:schemeClr>
                </a:solidFill>
              </a:rPr>
              <a:t>On-Board USB to Serial (ok but cannot be done on </a:t>
            </a:r>
            <a:r>
              <a:rPr lang="en-IN" sz="2800">
                <a:solidFill>
                  <a:schemeClr val="accent2">
                    <a:lumMod val="75000"/>
                  </a:schemeClr>
                </a:solidFill>
              </a:rPr>
              <a:t>single layer)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48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2D5D2-8AD7-8A2A-945A-61720799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68350FD-9FB2-09B9-0449-AC96ABBCD76B}"/>
              </a:ext>
            </a:extLst>
          </p:cNvPr>
          <p:cNvSpPr/>
          <p:nvPr/>
        </p:nvSpPr>
        <p:spPr>
          <a:xfrm>
            <a:off x="3876675" y="1101151"/>
            <a:ext cx="4438650" cy="4438650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5973F5A0-4BC3-4086-958F-B1E9C018D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28225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B7A746-3FE8-DCFC-BA3C-7ADDB280C135}"/>
              </a:ext>
            </a:extLst>
          </p:cNvPr>
          <p:cNvSpPr txBox="1"/>
          <p:nvPr/>
        </p:nvSpPr>
        <p:spPr>
          <a:xfrm>
            <a:off x="5177249" y="3196651"/>
            <a:ext cx="406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Calculation ⚠ 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9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bon line texture background">
            <a:extLst>
              <a:ext uri="{FF2B5EF4-FFF2-40B4-BE49-F238E27FC236}">
                <a16:creationId xmlns:a16="http://schemas.microsoft.com/office/drawing/2014/main" id="{7C469E4B-F68D-8524-696C-C10DF1B4A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1FD36C5-BAA9-5D2E-FBDF-AF5A7DD2CFFC}"/>
              </a:ext>
            </a:extLst>
          </p:cNvPr>
          <p:cNvSpPr/>
          <p:nvPr/>
        </p:nvSpPr>
        <p:spPr>
          <a:xfrm>
            <a:off x="-1108710" y="-4076440"/>
            <a:ext cx="14409420" cy="14721779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4B33CC-9359-DDBA-5A32-B8E906DE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do we need this auto reset ?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C32799-1DA9-61F3-FCA9-2648AE46E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Without auto reset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76D4A1-1548-B0E6-C454-60C4E3F18E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E599CF-3F8C-BF19-BE07-B62DCE888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With auto reset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1477ED-44B8-CC03-1792-6A4D966D885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 descr="The Stone Age - KS2 Stone Age Facts and Information - Twinkl">
            <a:extLst>
              <a:ext uri="{FF2B5EF4-FFF2-40B4-BE49-F238E27FC236}">
                <a16:creationId xmlns:a16="http://schemas.microsoft.com/office/drawing/2014/main" id="{3D4E0BC9-140E-29F3-808D-2C91A4A62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99" y="2701218"/>
            <a:ext cx="5527201" cy="3146252"/>
          </a:xfrm>
          <a:prstGeom prst="rect">
            <a:avLst/>
          </a:prstGeom>
        </p:spPr>
      </p:pic>
      <p:pic>
        <p:nvPicPr>
          <p:cNvPr id="12" name="Picture 11" descr="Hall Of Flame - How To Make A Flamethrower">
            <a:extLst>
              <a:ext uri="{FF2B5EF4-FFF2-40B4-BE49-F238E27FC236}">
                <a16:creationId xmlns:a16="http://schemas.microsoft.com/office/drawing/2014/main" id="{6EADE07F-7526-B1F8-425F-4D33E957A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264" y="2915503"/>
            <a:ext cx="5205872" cy="289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23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bon line texture background">
            <a:extLst>
              <a:ext uri="{FF2B5EF4-FFF2-40B4-BE49-F238E27FC236}">
                <a16:creationId xmlns:a16="http://schemas.microsoft.com/office/drawing/2014/main" id="{8F5052FE-8919-0B6F-C6CB-23BE37DE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0"/>
            <a:ext cx="124206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655CF2-4ED9-09C9-D1B2-6C2FC3BA4EFF}"/>
              </a:ext>
            </a:extLst>
          </p:cNvPr>
          <p:cNvSpPr/>
          <p:nvPr/>
        </p:nvSpPr>
        <p:spPr>
          <a:xfrm>
            <a:off x="3692669" y="0"/>
            <a:ext cx="56829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</a:t>
            </a:r>
            <a:r>
              <a:rPr lang="en-US" sz="5400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lculation alert 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⚠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9A487-11BE-DD35-7F7C-06CF70CB9348}"/>
              </a:ext>
            </a:extLst>
          </p:cNvPr>
          <p:cNvSpPr txBox="1"/>
          <p:nvPr/>
        </p:nvSpPr>
        <p:spPr>
          <a:xfrm>
            <a:off x="416560" y="1859339"/>
            <a:ext cx="117754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Why?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2"/>
                </a:solidFill>
              </a:rPr>
              <a:t>ATmega328</a:t>
            </a:r>
            <a:r>
              <a:rPr lang="en-US" dirty="0">
                <a:solidFill>
                  <a:schemeClr val="bg1"/>
                </a:solidFill>
              </a:rPr>
              <a:t> reset pin requires a </a:t>
            </a:r>
            <a:r>
              <a:rPr lang="en-US" b="1" dirty="0">
                <a:solidFill>
                  <a:schemeClr val="bg1"/>
                </a:solidFill>
              </a:rPr>
              <a:t>momentary </a:t>
            </a:r>
            <a:r>
              <a:rPr lang="en-US" b="1" dirty="0">
                <a:solidFill>
                  <a:schemeClr val="accent2"/>
                </a:solidFill>
              </a:rPr>
              <a:t>negative pulse</a:t>
            </a:r>
            <a:r>
              <a:rPr lang="en-US" dirty="0">
                <a:solidFill>
                  <a:schemeClr val="bg1"/>
                </a:solidFill>
              </a:rPr>
              <a:t>, not a permanent LOW.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2"/>
                </a:solidFill>
              </a:rPr>
              <a:t>100 </a:t>
            </a:r>
            <a:r>
              <a:rPr lang="en-US" dirty="0" err="1">
                <a:solidFill>
                  <a:schemeClr val="accent2"/>
                </a:solidFill>
              </a:rPr>
              <a:t>nF</a:t>
            </a:r>
            <a:r>
              <a:rPr lang="en-US" dirty="0">
                <a:solidFill>
                  <a:schemeClr val="accent2"/>
                </a:solidFill>
              </a:rPr>
              <a:t> capacitor provides </a:t>
            </a:r>
            <a:r>
              <a:rPr lang="en-US" b="1" dirty="0">
                <a:solidFill>
                  <a:schemeClr val="accent2"/>
                </a:solidFill>
              </a:rPr>
              <a:t>edge coupling</a:t>
            </a:r>
            <a:r>
              <a:rPr lang="en-US" dirty="0">
                <a:solidFill>
                  <a:schemeClr val="bg1"/>
                </a:solidFill>
              </a:rPr>
              <a:t>, delivering only the falling edge of RTS to RESET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accent5"/>
                </a:solidFill>
              </a:rPr>
              <a:t>Reset Circuit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Pull-up resistor on RESET:</a:t>
            </a:r>
            <a:r>
              <a:rPr lang="en-US" dirty="0">
                <a:solidFill>
                  <a:schemeClr val="bg1"/>
                </a:solidFill>
              </a:rPr>
              <a:t> 10 </a:t>
            </a:r>
            <a:r>
              <a:rPr lang="en-US" dirty="0" err="1">
                <a:solidFill>
                  <a:schemeClr val="bg1"/>
                </a:solidFill>
              </a:rPr>
              <a:t>kΩ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Coupling capacitor:</a:t>
            </a:r>
            <a:r>
              <a:rPr lang="en-US" dirty="0">
                <a:solidFill>
                  <a:schemeClr val="bg1"/>
                </a:solidFill>
              </a:rPr>
              <a:t> 100 </a:t>
            </a:r>
            <a:r>
              <a:rPr lang="en-US" dirty="0" err="1">
                <a:solidFill>
                  <a:schemeClr val="bg1"/>
                </a:solidFill>
              </a:rPr>
              <a:t>nF</a:t>
            </a:r>
            <a:r>
              <a:rPr lang="en-US" dirty="0">
                <a:solidFill>
                  <a:schemeClr val="bg1"/>
                </a:solidFill>
              </a:rPr>
              <a:t> (104)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Handshake line:</a:t>
            </a:r>
            <a:r>
              <a:rPr lang="en-US" dirty="0">
                <a:solidFill>
                  <a:schemeClr val="bg1"/>
                </a:solidFill>
              </a:rPr>
              <a:t> RTS or DTR (active LOW)</a:t>
            </a:r>
          </a:p>
          <a:p>
            <a:r>
              <a:rPr lang="en-US" dirty="0">
                <a:solidFill>
                  <a:schemeClr val="bg1"/>
                </a:solidFill>
              </a:rPr>
              <a:t>Together they form an </a:t>
            </a:r>
            <a:r>
              <a:rPr lang="en-US" b="1" dirty="0">
                <a:solidFill>
                  <a:schemeClr val="bg1"/>
                </a:solidFill>
              </a:rPr>
              <a:t>RC circuit</a:t>
            </a:r>
            <a:r>
              <a:rPr lang="en-US" dirty="0">
                <a:solidFill>
                  <a:schemeClr val="bg1"/>
                </a:solidFill>
              </a:rPr>
              <a:t>, which determines how quickly RESET returns HIGH after the pulse.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99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FE58-F504-83C3-F601-B64DC098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bon line texture background">
            <a:extLst>
              <a:ext uri="{FF2B5EF4-FFF2-40B4-BE49-F238E27FC236}">
                <a16:creationId xmlns:a16="http://schemas.microsoft.com/office/drawing/2014/main" id="{6270EA96-F9A7-E4BF-13C7-D53D9827E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0"/>
            <a:ext cx="124206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FBBAEB-A0D9-47A5-1140-F5E0950014AF}"/>
              </a:ext>
            </a:extLst>
          </p:cNvPr>
          <p:cNvSpPr/>
          <p:nvPr/>
        </p:nvSpPr>
        <p:spPr>
          <a:xfrm>
            <a:off x="3692669" y="0"/>
            <a:ext cx="56829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</a:t>
            </a:r>
            <a:r>
              <a:rPr lang="en-US" sz="5400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lculation alert 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⚠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650157-EB16-CE9C-12F9-5D9D35B53576}"/>
                  </a:ext>
                </a:extLst>
              </p:cNvPr>
              <p:cNvSpPr txBox="1"/>
              <p:nvPr/>
            </p:nvSpPr>
            <p:spPr>
              <a:xfrm>
                <a:off x="4733537" y="1034483"/>
                <a:ext cx="3870960" cy="2068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accent2">
                        <a:lumMod val="75000"/>
                      </a:schemeClr>
                    </a:solidFill>
                  </a:rPr>
                  <a:t>R=10000 </a:t>
                </a:r>
                <a:r>
                  <a:rPr lang="el-GR" dirty="0">
                    <a:solidFill>
                      <a:schemeClr val="accent2">
                        <a:lumMod val="75000"/>
                      </a:schemeClr>
                    </a:solidFill>
                  </a:rPr>
                  <a:t>Ω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l-GR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l-GR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m:rPr>
                          <m:nor/>
                        </m:rPr>
                        <a:rPr lang="ar-AE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F</m:t>
                      </m:r>
                    </m:oMath>
                  </m:oMathPara>
                </a14:m>
                <a:endParaRPr lang="en-IN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m:rPr>
                          <m:nor/>
                        </m:rPr>
                        <a:rPr lang="ar-AE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s</m:t>
                      </m:r>
                    </m:oMath>
                  </m:oMathPara>
                </a14:m>
                <a:endParaRPr lang="en-IN" b="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IN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ar-AE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ar-AE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m:t>ms</m:t>
                          </m:r>
                        </m:e>
                      </m:borderBox>
                    </m:oMath>
                  </m:oMathPara>
                </a14:m>
                <a:endParaRPr lang="en-US" b="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This is the 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RC time constant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of the reset network.</a:t>
                </a:r>
                <a:endParaRPr lang="ar-AE" b="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650157-EB16-CE9C-12F9-5D9D35B53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537" y="1034483"/>
                <a:ext cx="3870960" cy="2068643"/>
              </a:xfrm>
              <a:prstGeom prst="rect">
                <a:avLst/>
              </a:prstGeom>
              <a:blipFill>
                <a:blip r:embed="rId3"/>
                <a:stretch>
                  <a:fillRect l="-1260" t="-1770" b="-3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C40B553-213F-0CCA-9DE4-59FC9776FFE3}"/>
              </a:ext>
            </a:extLst>
          </p:cNvPr>
          <p:cNvSpPr txBox="1"/>
          <p:nvPr/>
        </p:nvSpPr>
        <p:spPr>
          <a:xfrm>
            <a:off x="91440" y="964079"/>
            <a:ext cx="387096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RC Time Constant (</a:t>
            </a:r>
            <a:r>
              <a:rPr lang="el-GR" dirty="0">
                <a:solidFill>
                  <a:srgbClr val="FFC000"/>
                </a:solidFill>
              </a:rPr>
              <a:t>τ) </a:t>
            </a:r>
            <a:r>
              <a:rPr lang="en-IN" dirty="0">
                <a:solidFill>
                  <a:srgbClr val="FFC000"/>
                </a:solidFill>
              </a:rPr>
              <a:t>Calculation</a:t>
            </a:r>
          </a:p>
          <a:p>
            <a:r>
              <a:rPr lang="el-GR" sz="11500" dirty="0">
                <a:solidFill>
                  <a:srgbClr val="FFC000"/>
                </a:solidFill>
              </a:rPr>
              <a:t>τ=</a:t>
            </a:r>
            <a:r>
              <a:rPr lang="en-IN" sz="11500" dirty="0">
                <a:solidFill>
                  <a:srgbClr val="FFC000"/>
                </a:solidFill>
              </a:rPr>
              <a:t>R×C </a:t>
            </a:r>
            <a:endParaRPr lang="en-US" sz="115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BD856-9E9B-FF22-CA90-D2870044F343}"/>
              </a:ext>
            </a:extLst>
          </p:cNvPr>
          <p:cNvSpPr txBox="1"/>
          <p:nvPr/>
        </p:nvSpPr>
        <p:spPr>
          <a:xfrm>
            <a:off x="213360" y="3290500"/>
            <a:ext cx="6126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63585"/>
                </a:solidFill>
              </a:rPr>
              <a:t>τ ≠ reset pulse width.</a:t>
            </a:r>
            <a:br>
              <a:rPr lang="en-US" dirty="0">
                <a:solidFill>
                  <a:srgbClr val="F63585"/>
                </a:solidFill>
              </a:rPr>
            </a:br>
            <a:r>
              <a:rPr lang="en-US" dirty="0">
                <a:solidFill>
                  <a:srgbClr val="F63585"/>
                </a:solidFill>
              </a:rPr>
              <a:t>τ is the time needed for RESET to rise to </a:t>
            </a:r>
            <a:r>
              <a:rPr lang="en-US" b="1" dirty="0">
                <a:solidFill>
                  <a:srgbClr val="F63585"/>
                </a:solidFill>
              </a:rPr>
              <a:t>63% of VCC</a:t>
            </a:r>
            <a:r>
              <a:rPr lang="en-US" dirty="0">
                <a:solidFill>
                  <a:srgbClr val="F63585"/>
                </a:solidFill>
              </a:rPr>
              <a:t> after being</a:t>
            </a:r>
          </a:p>
          <a:p>
            <a:r>
              <a:rPr lang="en-US" dirty="0">
                <a:solidFill>
                  <a:srgbClr val="F63585"/>
                </a:solidFill>
              </a:rPr>
              <a:t> pulled low.</a:t>
            </a:r>
          </a:p>
          <a:p>
            <a:endParaRPr lang="ar-AE" b="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A299BF-C608-6EA3-0408-9E23AA67BFFF}"/>
                  </a:ext>
                </a:extLst>
              </p:cNvPr>
              <p:cNvSpPr txBox="1"/>
              <p:nvPr/>
            </p:nvSpPr>
            <p:spPr>
              <a:xfrm>
                <a:off x="6865620" y="2949011"/>
                <a:ext cx="5440680" cy="3634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7FCBCD"/>
                    </a:solidFill>
                  </a:rPr>
                  <a:t>ATmega328 leaves reset when RESET crosses approximately: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FCBC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7FCBCD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solidFill>
                              <a:srgbClr val="7FCBCD"/>
                            </a:solidFill>
                            <a:latin typeface="Cambria Math" panose="02040503050406030204" pitchFamily="18" charset="0"/>
                          </a:rPr>
                          <m:t>𝑇𝐻</m:t>
                        </m:r>
                      </m:sub>
                    </m:sSub>
                    <m:r>
                      <a:rPr lang="ar-AE">
                        <a:solidFill>
                          <a:srgbClr val="7FCBCD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solidFill>
                          <a:srgbClr val="7FCBC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rgbClr val="7FCBCD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rgbClr val="7FCBC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ar-AE" i="1">
                        <a:solidFill>
                          <a:srgbClr val="7FCBCD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IN" i="1">
                        <a:solidFill>
                          <a:srgbClr val="7FCBCD"/>
                        </a:solidFill>
                      </a:rPr>
                      <m:t>V</m:t>
                    </m:r>
                    <m:r>
                      <a:rPr lang="en-IN" i="1" smtClean="0">
                        <a:solidFill>
                          <a:srgbClr val="7FCBC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7FCBCD"/>
                    </a:solidFill>
                  </a:rPr>
                  <a:t>  from data sheet of atmega328.</a:t>
                </a:r>
              </a:p>
              <a:p>
                <a:r>
                  <a:rPr lang="en-IN" dirty="0">
                    <a:solidFill>
                      <a:srgbClr val="7FCBCD"/>
                    </a:solidFill>
                  </a:rPr>
                  <a:t>Solve for time: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i="1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ar-AE" i="1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solidFill>
                                    <a:srgbClr val="7FCB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solidFill>
                                    <a:srgbClr val="7FCBC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solidFill>
                                    <a:srgbClr val="7FCBC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rgbClr val="7FCB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srgbClr val="7FC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srgbClr val="7FC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srgbClr val="7FC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𝑇𝐻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srgbClr val="7FC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srgbClr val="7FC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srgbClr val="7FCBC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𝐶𝐶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>
                  <a:solidFill>
                    <a:srgbClr val="7FCBCD"/>
                  </a:solidFill>
                </a:endParaRPr>
              </a:p>
              <a:p>
                <a:r>
                  <a:rPr lang="en-IN" dirty="0">
                    <a:solidFill>
                      <a:srgbClr val="7FCBCD"/>
                    </a:solidFill>
                  </a:rPr>
                  <a:t>Substitute values: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IN" i="1">
                          <a:solidFill>
                            <a:srgbClr val="7FCBC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i="1">
                          <a:solidFill>
                            <a:srgbClr val="7FCBCD"/>
                          </a:solidFill>
                        </a:rPr>
                        <m:t>ms</m:t>
                      </m:r>
                      <m:r>
                        <a:rPr lang="en-IN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ar-AE" i="1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solidFill>
                                    <a:srgbClr val="7FCB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solidFill>
                                    <a:srgbClr val="7FCBC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solidFill>
                                    <a:srgbClr val="7FCBC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rgbClr val="7FCB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solidFill>
                                        <a:srgbClr val="7FCBCD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ar-AE">
                                      <a:solidFill>
                                        <a:srgbClr val="7FCBCD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>
                                      <a:solidFill>
                                        <a:srgbClr val="7FCBCD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ar-AE">
                                      <a:solidFill>
                                        <a:srgbClr val="7FCBCD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>
                  <a:solidFill>
                    <a:srgbClr val="7FCBC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solidFill>
                            <a:srgbClr val="7FCBCD"/>
                          </a:solidFill>
                          <a:latin typeface="Cambria Math" panose="02040503050406030204" pitchFamily="18" charset="0"/>
                        </a:rPr>
                        <m:t>174</m:t>
                      </m:r>
                      <m:r>
                        <m:rPr>
                          <m:nor/>
                        </m:rPr>
                        <a:rPr lang="ar-AE" i="1">
                          <a:solidFill>
                            <a:srgbClr val="7FCBC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i="1">
                          <a:solidFill>
                            <a:srgbClr val="7FCBCD"/>
                          </a:solidFill>
                        </a:rPr>
                        <m:t>ms</m:t>
                      </m:r>
                    </m:oMath>
                  </m:oMathPara>
                </a14:m>
                <a:endParaRPr lang="en-IN" dirty="0">
                  <a:solidFill>
                    <a:srgbClr val="7FCBC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>
                              <a:solidFill>
                                <a:srgbClr val="7FCBCD"/>
                              </a:solidFill>
                            </a:rPr>
                            <m:t>Actual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reset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pulse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 </m:t>
                          </m:r>
                          <m:r>
                            <a:rPr lang="en-IN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  <m:t>≈</m:t>
                          </m:r>
                          <m:r>
                            <a:rPr lang="en-IN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  <m:t>174</m:t>
                          </m:r>
                          <m:r>
                            <m:rPr>
                              <m:nor/>
                            </m:rPr>
                            <a:rPr lang="en-IN" i="1">
                              <a:solidFill>
                                <a:srgbClr val="7FCBCD"/>
                              </a:solidFill>
                            </a:rPr>
                            <m:t> </m:t>
                          </m:r>
                          <m:r>
                            <a:rPr lang="en-IN" i="1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i="1">
                              <a:solidFill>
                                <a:srgbClr val="7FCBCD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borderBox>
                    </m:oMath>
                  </m:oMathPara>
                </a14:m>
                <a:endParaRPr lang="ar-AE" dirty="0">
                  <a:solidFill>
                    <a:srgbClr val="7FCBCD"/>
                  </a:solidFill>
                </a:endParaRPr>
              </a:p>
              <a:p>
                <a:r>
                  <a:rPr lang="en-IN" dirty="0">
                    <a:solidFill>
                      <a:srgbClr val="7FCBCD"/>
                    </a:solidFill>
                  </a:rPr>
                  <a:t>This is the real reset time seen by the microcontroller.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A299BF-C608-6EA3-0408-9E23AA67B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620" y="2949011"/>
                <a:ext cx="5440680" cy="3634778"/>
              </a:xfrm>
              <a:prstGeom prst="rect">
                <a:avLst/>
              </a:prstGeom>
              <a:blipFill>
                <a:blip r:embed="rId4"/>
                <a:stretch>
                  <a:fillRect l="-896" t="-1007" b="-1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9EADF96-38D4-8076-DBE7-9A46641DE0D0}"/>
              </a:ext>
            </a:extLst>
          </p:cNvPr>
          <p:cNvSpPr txBox="1"/>
          <p:nvPr/>
        </p:nvSpPr>
        <p:spPr>
          <a:xfrm>
            <a:off x="213360" y="4400773"/>
            <a:ext cx="6126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Why 100 </a:t>
            </a:r>
            <a:r>
              <a:rPr lang="en-US" b="1" dirty="0" err="1">
                <a:solidFill>
                  <a:srgbClr val="FFFF00"/>
                </a:solidFill>
              </a:rPr>
              <a:t>nF</a:t>
            </a:r>
            <a:r>
              <a:rPr lang="en-US" b="1" dirty="0">
                <a:solidFill>
                  <a:srgbClr val="FFFF00"/>
                </a:solidFill>
              </a:rPr>
              <a:t> is Ideal</a:t>
            </a:r>
          </a:p>
          <a:p>
            <a:r>
              <a:rPr lang="en-US" dirty="0">
                <a:solidFill>
                  <a:srgbClr val="FFFF00"/>
                </a:solidFill>
              </a:rPr>
              <a:t>Too small → pulse too short; </a:t>
            </a:r>
            <a:r>
              <a:rPr lang="en-US" dirty="0" err="1">
                <a:solidFill>
                  <a:srgbClr val="FFFF00"/>
                </a:solidFill>
              </a:rPr>
              <a:t>ATmega</a:t>
            </a:r>
            <a:r>
              <a:rPr lang="en-US" dirty="0">
                <a:solidFill>
                  <a:srgbClr val="FFFF00"/>
                </a:solidFill>
              </a:rPr>
              <a:t> may not reset</a:t>
            </a:r>
          </a:p>
          <a:p>
            <a:r>
              <a:rPr lang="en-US" dirty="0">
                <a:solidFill>
                  <a:srgbClr val="FFFF00"/>
                </a:solidFill>
              </a:rPr>
              <a:t>Too large → reset held low too long; bootloader fails</a:t>
            </a:r>
          </a:p>
          <a:p>
            <a:r>
              <a:rPr lang="en-US" dirty="0">
                <a:solidFill>
                  <a:srgbClr val="FFFF00"/>
                </a:solidFill>
              </a:rPr>
              <a:t>100 </a:t>
            </a:r>
            <a:r>
              <a:rPr lang="en-US" dirty="0" err="1">
                <a:solidFill>
                  <a:srgbClr val="FFFF00"/>
                </a:solidFill>
              </a:rPr>
              <a:t>nF</a:t>
            </a:r>
            <a:r>
              <a:rPr lang="en-US" dirty="0">
                <a:solidFill>
                  <a:srgbClr val="FFFF00"/>
                </a:solidFill>
              </a:rPr>
              <a:t> with 10kΩ = perfect ~170 µs pulse</a:t>
            </a:r>
          </a:p>
        </p:txBody>
      </p:sp>
    </p:spTree>
    <p:extLst>
      <p:ext uri="{BB962C8B-B14F-4D97-AF65-F5344CB8AC3E}">
        <p14:creationId xmlns:p14="http://schemas.microsoft.com/office/powerpoint/2010/main" val="2521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4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0A78-2E5A-5997-EFEB-5D5A5AB6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bon line texture background">
            <a:extLst>
              <a:ext uri="{FF2B5EF4-FFF2-40B4-BE49-F238E27FC236}">
                <a16:creationId xmlns:a16="http://schemas.microsoft.com/office/drawing/2014/main" id="{52558193-47EA-8CB7-2231-2DD47E4BC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pic>
        <p:nvPicPr>
          <p:cNvPr id="1026" name="Picture 2" descr="Do you Understand? - Imgflip">
            <a:extLst>
              <a:ext uri="{FF2B5EF4-FFF2-40B4-BE49-F238E27FC236}">
                <a16:creationId xmlns:a16="http://schemas.microsoft.com/office/drawing/2014/main" id="{BCE6FCA1-FAB9-8E1E-C792-8D3B7748A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770432"/>
            <a:ext cx="9641839" cy="563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52736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4B4468B-CC99-7336-26D6-7E4A1D0062CD}"/>
              </a:ext>
            </a:extLst>
          </p:cNvPr>
          <p:cNvSpPr/>
          <p:nvPr/>
        </p:nvSpPr>
        <p:spPr>
          <a:xfrm>
            <a:off x="3876675" y="1092525"/>
            <a:ext cx="4438650" cy="4438650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058D6490-309A-D02C-0E5A-8EF845802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28225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0331B8-389F-B932-D0A7-FFF668BAD91B}"/>
              </a:ext>
            </a:extLst>
          </p:cNvPr>
          <p:cNvSpPr txBox="1"/>
          <p:nvPr/>
        </p:nvSpPr>
        <p:spPr>
          <a:xfrm>
            <a:off x="5399281" y="3196651"/>
            <a:ext cx="406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Let’s DIY</a:t>
            </a:r>
          </a:p>
        </p:txBody>
      </p:sp>
    </p:spTree>
    <p:extLst>
      <p:ext uri="{BB962C8B-B14F-4D97-AF65-F5344CB8AC3E}">
        <p14:creationId xmlns:p14="http://schemas.microsoft.com/office/powerpoint/2010/main" val="350884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DAD817E-45EE-CCC7-B056-CEB6AB023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8"/>
          <a:stretch>
            <a:fillRect/>
          </a:stretch>
        </p:blipFill>
        <p:spPr bwMode="auto">
          <a:xfrm>
            <a:off x="-35242" y="0"/>
            <a:ext cx="122272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1126331" y="-3931891"/>
            <a:ext cx="14409420" cy="14721779"/>
          </a:xfrm>
          <a:prstGeom prst="ellipse">
            <a:avLst/>
          </a:prstGeom>
          <a:solidFill>
            <a:srgbClr val="020605">
              <a:alpha val="15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F6CDC-AD0E-D6F0-4176-E488AA59568A}"/>
              </a:ext>
            </a:extLst>
          </p:cNvPr>
          <p:cNvSpPr txBox="1"/>
          <p:nvPr/>
        </p:nvSpPr>
        <p:spPr>
          <a:xfrm>
            <a:off x="4700588" y="7359134"/>
            <a:ext cx="9401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01C11B50-10FD-F82B-0B2C-451F0D4256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6410982"/>
                  </p:ext>
                </p:extLst>
              </p:nvPr>
            </p:nvGraphicFramePr>
            <p:xfrm>
              <a:off x="588781" y="510599"/>
              <a:ext cx="10376535" cy="5836801"/>
            </p:xfrm>
            <a:graphic>
              <a:graphicData uri="http://schemas.microsoft.com/office/powerpoint/2016/sectionzoom">
                <psez:sectionZm>
                  <psez:sectionZmObj sectionId="{9E91C6A7-190D-4E45-82CC-47EE5CE9DC56}">
                    <psez:zmPr id="{D6447B46-9BA0-4605-B972-15BF60B890F7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376535" cy="5836801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1C11B50-10FD-F82B-0B2C-451F0D4256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781" y="510599"/>
                <a:ext cx="10376535" cy="583680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0633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4B4468B-CC99-7336-26D6-7E4A1D0062CD}"/>
              </a:ext>
            </a:extLst>
          </p:cNvPr>
          <p:cNvSpPr/>
          <p:nvPr/>
        </p:nvSpPr>
        <p:spPr>
          <a:xfrm>
            <a:off x="3876675" y="1101151"/>
            <a:ext cx="4438650" cy="4438650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058D6490-309A-D02C-0E5A-8EF845802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22373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0331B8-389F-B932-D0A7-FFF668BAD91B}"/>
              </a:ext>
            </a:extLst>
          </p:cNvPr>
          <p:cNvSpPr txBox="1"/>
          <p:nvPr/>
        </p:nvSpPr>
        <p:spPr>
          <a:xfrm>
            <a:off x="4022794" y="3196651"/>
            <a:ext cx="5293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Atmega328 </a:t>
            </a:r>
            <a:r>
              <a:rPr lang="en-IN" sz="2800" dirty="0">
                <a:solidFill>
                  <a:schemeClr val="bg1"/>
                </a:solidFill>
                <a:sym typeface="Wingdings" panose="05000000000000000000" pitchFamily="2" charset="2"/>
              </a:rPr>
              <a:t> Atmega328p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4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bon line texture background">
            <a:extLst>
              <a:ext uri="{FF2B5EF4-FFF2-40B4-BE49-F238E27FC236}">
                <a16:creationId xmlns:a16="http://schemas.microsoft.com/office/drawing/2014/main" id="{E53D9772-91D4-2F03-BA08-38316821B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3D0F9F-0862-C21C-9956-DF86B4D422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6204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Graphic 3" descr="Laptop with solid fill">
            <a:extLst>
              <a:ext uri="{FF2B5EF4-FFF2-40B4-BE49-F238E27FC236}">
                <a16:creationId xmlns:a16="http://schemas.microsoft.com/office/drawing/2014/main" id="{76A8F828-19F3-4856-B605-2E29B2F6E2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000" y="109605"/>
            <a:ext cx="777240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48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bon line texture background">
            <a:extLst>
              <a:ext uri="{FF2B5EF4-FFF2-40B4-BE49-F238E27FC236}">
                <a16:creationId xmlns:a16="http://schemas.microsoft.com/office/drawing/2014/main" id="{68B6DA00-87F6-A34F-530A-DBD7E5697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pic>
        <p:nvPicPr>
          <p:cNvPr id="4" name="Graphic 3" descr="Laptop with solid fill">
            <a:extLst>
              <a:ext uri="{FF2B5EF4-FFF2-40B4-BE49-F238E27FC236}">
                <a16:creationId xmlns:a16="http://schemas.microsoft.com/office/drawing/2014/main" id="{76A8F828-19F3-4856-B605-2E29B2F6E2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109605"/>
            <a:ext cx="777240" cy="77724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860F698-4722-7A57-23A6-47E7C1A129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0093642"/>
              </p:ext>
            </p:extLst>
          </p:nvPr>
        </p:nvGraphicFramePr>
        <p:xfrm>
          <a:off x="272212" y="132972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16C84B7-7990-774A-E8BD-60F8E6068F4C}"/>
              </a:ext>
            </a:extLst>
          </p:cNvPr>
          <p:cNvSpPr/>
          <p:nvPr/>
        </p:nvSpPr>
        <p:spPr>
          <a:xfrm>
            <a:off x="3123946" y="-36485"/>
            <a:ext cx="50124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Order of flashing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639449-4ACF-CBDE-FAB6-D7654A6010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0142" y="1071349"/>
            <a:ext cx="4684707" cy="42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62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bon line texture background">
            <a:extLst>
              <a:ext uri="{FF2B5EF4-FFF2-40B4-BE49-F238E27FC236}">
                <a16:creationId xmlns:a16="http://schemas.microsoft.com/office/drawing/2014/main" id="{28FA34BB-135E-CA8C-4710-5B27BD3F8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994410" y="-4070391"/>
            <a:ext cx="14409420" cy="14721779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0" name="Graphic 9" descr="Laptop with solid fill">
            <a:extLst>
              <a:ext uri="{FF2B5EF4-FFF2-40B4-BE49-F238E27FC236}">
                <a16:creationId xmlns:a16="http://schemas.microsoft.com/office/drawing/2014/main" id="{9345809F-AB61-F5C2-F0B7-1B0BEF1B6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0162" y="93608"/>
            <a:ext cx="942975" cy="94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183176-9BAC-0500-4CA7-C901F0F5110B}"/>
              </a:ext>
            </a:extLst>
          </p:cNvPr>
          <p:cNvSpPr/>
          <p:nvPr/>
        </p:nvSpPr>
        <p:spPr>
          <a:xfrm>
            <a:off x="2174637" y="0"/>
            <a:ext cx="87190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does each fuses mean 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CA18D-3748-4C2F-BF6E-228F80E3899C}"/>
              </a:ext>
            </a:extLst>
          </p:cNvPr>
          <p:cNvSpPr txBox="1"/>
          <p:nvPr/>
        </p:nvSpPr>
        <p:spPr>
          <a:xfrm>
            <a:off x="447869" y="1017037"/>
            <a:ext cx="59910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L fuse :</a:t>
            </a: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  <a:t>0xFF </a:t>
            </a:r>
            <a:b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</a:br>
            <a:b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means now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atmega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uses 16mhz clock (external) for normal startup </a:t>
            </a:r>
          </a:p>
          <a:p>
            <a:endParaRPr lang="en-IN" b="0" dirty="0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H fuse : </a:t>
            </a:r>
            <a: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  <a:t>0xDE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me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aning Bootloader enabled , and reset pin ok ,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spi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ok and 1kb boot section set up complete</a:t>
            </a:r>
            <a:endParaRPr lang="en-IN" b="0" dirty="0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E fuse :</a:t>
            </a:r>
            <a: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  <a:t>0xFD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this sets the brown out voltage for Arduino uno its 2.7v so 0xFD</a:t>
            </a:r>
          </a:p>
          <a:p>
            <a:endParaRPr lang="en-IN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LB fuse :</a:t>
            </a:r>
            <a:r>
              <a:rPr lang="en-IN" dirty="0">
                <a:solidFill>
                  <a:srgbClr val="7FCBCD"/>
                </a:solidFill>
                <a:latin typeface="Consolas" panose="020B0609020204030204" pitchFamily="49" charset="0"/>
              </a:rPr>
              <a:t>0x0F</a:t>
            </a: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This sets the boot write protection while allowing sketch upload via serial and re-flashing boot via ICSP pins</a:t>
            </a:r>
            <a:b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52D8C-A100-9E41-1828-677323BC6F70}"/>
              </a:ext>
            </a:extLst>
          </p:cNvPr>
          <p:cNvSpPr txBox="1"/>
          <p:nvPr/>
        </p:nvSpPr>
        <p:spPr>
          <a:xfrm>
            <a:off x="7320254" y="2690335"/>
            <a:ext cx="5991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F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ollow</a:t>
            </a: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IN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L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E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boot flash 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LB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28AD1-2812-DD8D-F3A5-CFA129DD8B48}"/>
              </a:ext>
            </a:extLst>
          </p:cNvPr>
          <p:cNvSpPr txBox="1"/>
          <p:nvPr/>
        </p:nvSpPr>
        <p:spPr>
          <a:xfrm>
            <a:off x="7320253" y="4280918"/>
            <a:ext cx="5991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Only set LB fuse after flashing and verifying the flash </a:t>
            </a:r>
          </a:p>
          <a:p>
            <a:endParaRPr lang="en-IN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1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bon line texture background">
            <a:extLst>
              <a:ext uri="{FF2B5EF4-FFF2-40B4-BE49-F238E27FC236}">
                <a16:creationId xmlns:a16="http://schemas.microsoft.com/office/drawing/2014/main" id="{28FA34BB-135E-CA8C-4710-5B27BD3F8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1108710" y="-3802955"/>
            <a:ext cx="14409420" cy="14721779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0" name="Graphic 9" descr="Laptop with solid fill">
            <a:extLst>
              <a:ext uri="{FF2B5EF4-FFF2-40B4-BE49-F238E27FC236}">
                <a16:creationId xmlns:a16="http://schemas.microsoft.com/office/drawing/2014/main" id="{9345809F-AB61-F5C2-F0B7-1B0BEF1B6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541" y="5995447"/>
            <a:ext cx="942975" cy="94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183176-9BAC-0500-4CA7-C901F0F5110B}"/>
              </a:ext>
            </a:extLst>
          </p:cNvPr>
          <p:cNvSpPr/>
          <p:nvPr/>
        </p:nvSpPr>
        <p:spPr>
          <a:xfrm>
            <a:off x="5593833" y="0"/>
            <a:ext cx="18806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ICSP ?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B3C7F-F52F-05C1-A1F2-BC53FFAEFD48}"/>
              </a:ext>
            </a:extLst>
          </p:cNvPr>
          <p:cNvSpPr txBox="1"/>
          <p:nvPr/>
        </p:nvSpPr>
        <p:spPr>
          <a:xfrm>
            <a:off x="232541" y="1274792"/>
            <a:ext cx="63790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ICSP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 : In Circuit Serial Programmer</a:t>
            </a:r>
          </a:p>
          <a:p>
            <a:endParaRPr lang="en-IN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ICSP needs 6 pins including VCC and GND</a:t>
            </a:r>
            <a:endParaRPr lang="en-IN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MISO</a:t>
            </a: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: Master in slave out</a:t>
            </a:r>
          </a:p>
          <a:p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MOSI: Master out slave in </a:t>
            </a:r>
            <a:b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		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SCK : serial clock</a:t>
            </a:r>
          </a:p>
          <a:p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			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RESET : Reset input</a:t>
            </a:r>
          </a:p>
          <a:p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				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VCC </a:t>
            </a:r>
          </a:p>
          <a:p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					GND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6794A-1BD5-0731-2110-52A7A0B60522}"/>
              </a:ext>
            </a:extLst>
          </p:cNvPr>
          <p:cNvSpPr txBox="1"/>
          <p:nvPr/>
        </p:nvSpPr>
        <p:spPr>
          <a:xfrm>
            <a:off x="5763682" y="2615742"/>
            <a:ext cx="7311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Benefits of having ICSP </a:t>
            </a: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	flashing firmware without chip removal.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	full access to internal fuse 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	easy debugging.</a:t>
            </a:r>
            <a:endParaRPr lang="en-IN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	faster programming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DAE3E3"/>
                </a:solidFill>
                <a:latin typeface="Consolas" panose="020B0609020204030204" pitchFamily="49" charset="0"/>
              </a:rPr>
              <a:t>	can program multiple device at once.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    Works even when the firmware is bricked or bugged </a:t>
            </a:r>
          </a:p>
          <a:p>
            <a:endParaRPr lang="en-IN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410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bon line texture background">
            <a:extLst>
              <a:ext uri="{FF2B5EF4-FFF2-40B4-BE49-F238E27FC236}">
                <a16:creationId xmlns:a16="http://schemas.microsoft.com/office/drawing/2014/main" id="{28FA34BB-135E-CA8C-4710-5B27BD3F8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06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85B330-6F31-1EEC-58C1-56CC777EF229}"/>
              </a:ext>
            </a:extLst>
          </p:cNvPr>
          <p:cNvSpPr/>
          <p:nvPr/>
        </p:nvSpPr>
        <p:spPr>
          <a:xfrm>
            <a:off x="-1250752" y="-4016019"/>
            <a:ext cx="14409420" cy="14721779"/>
          </a:xfrm>
          <a:prstGeom prst="ellipse">
            <a:avLst/>
          </a:prstGeom>
          <a:solidFill>
            <a:srgbClr val="020605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  <a:p>
            <a:pPr algn="ctr"/>
            <a:endParaRPr lang="en-IN" sz="2400" dirty="0"/>
          </a:p>
        </p:txBody>
      </p:sp>
      <p:pic>
        <p:nvPicPr>
          <p:cNvPr id="10" name="Graphic 9" descr="Laptop with solid fill">
            <a:extLst>
              <a:ext uri="{FF2B5EF4-FFF2-40B4-BE49-F238E27FC236}">
                <a16:creationId xmlns:a16="http://schemas.microsoft.com/office/drawing/2014/main" id="{9345809F-AB61-F5C2-F0B7-1B0BEF1B6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5486" y="135521"/>
            <a:ext cx="942975" cy="94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183176-9BAC-0500-4CA7-C901F0F5110B}"/>
              </a:ext>
            </a:extLst>
          </p:cNvPr>
          <p:cNvSpPr/>
          <p:nvPr/>
        </p:nvSpPr>
        <p:spPr>
          <a:xfrm>
            <a:off x="3622141" y="0"/>
            <a:ext cx="58240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ICSP pin Connection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385CD4-C7A8-5029-80FF-4FCE0BB5C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79160"/>
              </p:ext>
            </p:extLst>
          </p:nvPr>
        </p:nvGraphicFramePr>
        <p:xfrm>
          <a:off x="3985771" y="1808787"/>
          <a:ext cx="509676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768">
                  <a:extLst>
                    <a:ext uri="{9D8B030D-6E8A-4147-A177-3AD203B41FA5}">
                      <a16:colId xmlns:a16="http://schemas.microsoft.com/office/drawing/2014/main" val="1042314642"/>
                    </a:ext>
                  </a:extLst>
                </a:gridCol>
                <a:gridCol w="1802167">
                  <a:extLst>
                    <a:ext uri="{9D8B030D-6E8A-4147-A177-3AD203B41FA5}">
                      <a16:colId xmlns:a16="http://schemas.microsoft.com/office/drawing/2014/main" val="1995780893"/>
                    </a:ext>
                  </a:extLst>
                </a:gridCol>
                <a:gridCol w="1556834">
                  <a:extLst>
                    <a:ext uri="{9D8B030D-6E8A-4147-A177-3AD203B41FA5}">
                      <a16:colId xmlns:a16="http://schemas.microsoft.com/office/drawing/2014/main" val="462997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PIN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ARDUINO UNO           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ATMEGA 328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1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7/20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88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90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1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12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2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864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248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E0223EC-56FF-5119-EC24-E272CDE076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81" r="56698" b="69834"/>
          <a:stretch/>
        </p:blipFill>
        <p:spPr>
          <a:xfrm>
            <a:off x="-54489" y="-5364"/>
            <a:ext cx="12511058" cy="6975123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687C9E-6264-F7BA-CAEB-B8AA5A1238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500" t="25534" r="13718" b="22516"/>
          <a:stretch>
            <a:fillRect/>
          </a:stretch>
        </p:blipFill>
        <p:spPr>
          <a:xfrm>
            <a:off x="3535680" y="1042505"/>
            <a:ext cx="5405120" cy="5215687"/>
          </a:xfrm>
          <a:prstGeom prst="rect">
            <a:avLst/>
          </a:prstGeom>
        </p:spPr>
      </p:pic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FF41493-629D-010B-6462-9D12A3DB69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77810" y="1666240"/>
            <a:ext cx="2749550" cy="392430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D8BDCB8-35EC-EFA8-BFC4-9EA7E238D067}"/>
              </a:ext>
            </a:extLst>
          </p:cNvPr>
          <p:cNvSpPr/>
          <p:nvPr/>
        </p:nvSpPr>
        <p:spPr>
          <a:xfrm>
            <a:off x="9068345" y="1204575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Reset S/W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F8C2818-89A5-2E92-9635-CA5D7761D1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45613" y="4031288"/>
            <a:ext cx="2749550" cy="392430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9702522-988A-2DC6-6DA3-FC96E0ACA9D3}"/>
              </a:ext>
            </a:extLst>
          </p:cNvPr>
          <p:cNvSpPr/>
          <p:nvPr/>
        </p:nvSpPr>
        <p:spPr>
          <a:xfrm>
            <a:off x="9540074" y="3535168"/>
            <a:ext cx="25403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Led </a:t>
            </a:r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Wingdings" panose="05000000000000000000" pitchFamily="2" charset="2"/>
              </a:rPr>
              <a:t> D13/ pin19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ACF9771B-5002-F441-5768-2BE08F956B49}"/>
              </a:ext>
            </a:extLst>
          </p:cNvPr>
          <p:cNvSpPr/>
          <p:nvPr/>
        </p:nvSpPr>
        <p:spPr>
          <a:xfrm>
            <a:off x="7877810" y="2824480"/>
            <a:ext cx="179070" cy="1206808"/>
          </a:xfrm>
          <a:prstGeom prst="rightBracket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33F32A4-F933-6FFD-4148-72ADA9D261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30210" y="2918297"/>
            <a:ext cx="2749550" cy="392430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6C4E3-6BBB-4DA7-0F8A-DA868A1F22A7}"/>
              </a:ext>
            </a:extLst>
          </p:cNvPr>
          <p:cNvSpPr/>
          <p:nvPr/>
        </p:nvSpPr>
        <p:spPr>
          <a:xfrm>
            <a:off x="9252585" y="2463024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A0 </a:t>
            </a:r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A5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0200E57-1E0A-861F-DF7F-3EAA3A8F39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19290" y="1008360"/>
            <a:ext cx="2749550" cy="392430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3B955D3-878F-8044-0572-D11D6433C4AE}"/>
              </a:ext>
            </a:extLst>
          </p:cNvPr>
          <p:cNvSpPr/>
          <p:nvPr/>
        </p:nvSpPr>
        <p:spPr>
          <a:xfrm>
            <a:off x="8209825" y="546695"/>
            <a:ext cx="328533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100uf 16v Input Filter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9C5411CB-8EE5-3629-7D74-6C43832B9110}"/>
              </a:ext>
            </a:extLst>
          </p:cNvPr>
          <p:cNvSpPr/>
          <p:nvPr/>
        </p:nvSpPr>
        <p:spPr>
          <a:xfrm rot="16200000">
            <a:off x="6222275" y="1520673"/>
            <a:ext cx="179070" cy="1206808"/>
          </a:xfrm>
          <a:prstGeom prst="rightBracket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64126B-1DEC-227B-7B39-B4A9591D5BFB}"/>
              </a:ext>
            </a:extLst>
          </p:cNvPr>
          <p:cNvCxnSpPr>
            <a:cxnSpLocks/>
          </p:cNvCxnSpPr>
          <p:nvPr/>
        </p:nvCxnSpPr>
        <p:spPr>
          <a:xfrm>
            <a:off x="6238240" y="777527"/>
            <a:ext cx="0" cy="12570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9F2F679-8EE5-B1A2-17E9-22826E03CD14}"/>
              </a:ext>
            </a:extLst>
          </p:cNvPr>
          <p:cNvSpPr/>
          <p:nvPr/>
        </p:nvSpPr>
        <p:spPr>
          <a:xfrm>
            <a:off x="4453331" y="250519"/>
            <a:ext cx="328533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RTS Rx Tx GND VCC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B05A22-F7DA-60C4-2FD7-DEC9B6A04525}"/>
              </a:ext>
            </a:extLst>
          </p:cNvPr>
          <p:cNvCxnSpPr>
            <a:cxnSpLocks/>
          </p:cNvCxnSpPr>
          <p:nvPr/>
        </p:nvCxnSpPr>
        <p:spPr>
          <a:xfrm>
            <a:off x="4216400" y="712184"/>
            <a:ext cx="792480" cy="1091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5490361-090E-B4C8-A2AC-53816773A3D4}"/>
              </a:ext>
            </a:extLst>
          </p:cNvPr>
          <p:cNvCxnSpPr>
            <a:cxnSpLocks/>
          </p:cNvCxnSpPr>
          <p:nvPr/>
        </p:nvCxnSpPr>
        <p:spPr>
          <a:xfrm>
            <a:off x="3428455" y="4698999"/>
            <a:ext cx="13632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C606C9E-4B5A-0658-49BB-9FEAD9D18AA0}"/>
              </a:ext>
            </a:extLst>
          </p:cNvPr>
          <p:cNvSpPr/>
          <p:nvPr/>
        </p:nvSpPr>
        <p:spPr>
          <a:xfrm>
            <a:off x="-274198" y="4455698"/>
            <a:ext cx="380987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Crystal and load capacitors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D89A75-BAFA-F321-AB8F-2E388643BEBF}"/>
              </a:ext>
            </a:extLst>
          </p:cNvPr>
          <p:cNvCxnSpPr>
            <a:cxnSpLocks/>
          </p:cNvCxnSpPr>
          <p:nvPr/>
        </p:nvCxnSpPr>
        <p:spPr>
          <a:xfrm>
            <a:off x="3087053" y="2134030"/>
            <a:ext cx="1065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7B32660-122C-4E28-F96C-767EA30077C0}"/>
              </a:ext>
            </a:extLst>
          </p:cNvPr>
          <p:cNvSpPr/>
          <p:nvPr/>
        </p:nvSpPr>
        <p:spPr>
          <a:xfrm>
            <a:off x="1705883" y="1628470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10K MFR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0CD2F8-ACCA-1A2E-BB93-4463649D23FC}"/>
              </a:ext>
            </a:extLst>
          </p:cNvPr>
          <p:cNvCxnSpPr>
            <a:cxnSpLocks/>
          </p:cNvCxnSpPr>
          <p:nvPr/>
        </p:nvCxnSpPr>
        <p:spPr>
          <a:xfrm>
            <a:off x="3077890" y="3673251"/>
            <a:ext cx="1065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15DB699-9F91-84A2-9CA0-713F7120EE99}"/>
              </a:ext>
            </a:extLst>
          </p:cNvPr>
          <p:cNvSpPr/>
          <p:nvPr/>
        </p:nvSpPr>
        <p:spPr>
          <a:xfrm>
            <a:off x="-88937" y="2593647"/>
            <a:ext cx="212344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Tx Rx D2 D3 D4 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D0B9963-1490-BC97-DA46-CF7F516876C3}"/>
              </a:ext>
            </a:extLst>
          </p:cNvPr>
          <p:cNvCxnSpPr>
            <a:cxnSpLocks/>
          </p:cNvCxnSpPr>
          <p:nvPr/>
        </p:nvCxnSpPr>
        <p:spPr>
          <a:xfrm flipH="1" flipV="1">
            <a:off x="8649214" y="4950197"/>
            <a:ext cx="1978146" cy="109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05D8612-01FC-ABD9-0812-0ACED3BAB52D}"/>
              </a:ext>
            </a:extLst>
          </p:cNvPr>
          <p:cNvSpPr/>
          <p:nvPr/>
        </p:nvSpPr>
        <p:spPr>
          <a:xfrm>
            <a:off x="9947133" y="4561411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10K MFR</a:t>
            </a:r>
          </a:p>
        </p:txBody>
      </p:sp>
      <p:sp>
        <p:nvSpPr>
          <p:cNvPr id="48" name="Right Bracket 47">
            <a:extLst>
              <a:ext uri="{FF2B5EF4-FFF2-40B4-BE49-F238E27FC236}">
                <a16:creationId xmlns:a16="http://schemas.microsoft.com/office/drawing/2014/main" id="{60289DF3-8A40-4034-690A-E75BB1A39CEA}"/>
              </a:ext>
            </a:extLst>
          </p:cNvPr>
          <p:cNvSpPr/>
          <p:nvPr/>
        </p:nvSpPr>
        <p:spPr>
          <a:xfrm>
            <a:off x="7559599" y="4642832"/>
            <a:ext cx="179070" cy="1206808"/>
          </a:xfrm>
          <a:prstGeom prst="rightBracket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42323251-A92A-A078-3B52-019BF2BBF2EC}"/>
              </a:ext>
            </a:extLst>
          </p:cNvPr>
          <p:cNvCxnSpPr>
            <a:cxnSpLocks/>
          </p:cNvCxnSpPr>
          <p:nvPr/>
        </p:nvCxnSpPr>
        <p:spPr>
          <a:xfrm rot="10800000">
            <a:off x="7738669" y="5832518"/>
            <a:ext cx="1899618" cy="8061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880A12D4-A6BB-41DC-3DAD-42A3D7727E51}"/>
              </a:ext>
            </a:extLst>
          </p:cNvPr>
          <p:cNvSpPr/>
          <p:nvPr/>
        </p:nvSpPr>
        <p:spPr>
          <a:xfrm>
            <a:off x="9260417" y="5172155"/>
            <a:ext cx="273388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D13</a:t>
            </a:r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D9</a:t>
            </a:r>
          </a:p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Wingdings" panose="05000000000000000000" pitchFamily="2" charset="2"/>
              </a:rPr>
              <a:t>19 18 17 16 15  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3" name="Right Bracket 52">
            <a:extLst>
              <a:ext uri="{FF2B5EF4-FFF2-40B4-BE49-F238E27FC236}">
                <a16:creationId xmlns:a16="http://schemas.microsoft.com/office/drawing/2014/main" id="{142FD926-DF55-F705-FB8C-7EC3B46BB76E}"/>
              </a:ext>
            </a:extLst>
          </p:cNvPr>
          <p:cNvSpPr/>
          <p:nvPr/>
        </p:nvSpPr>
        <p:spPr>
          <a:xfrm rot="10800000">
            <a:off x="5300523" y="2820233"/>
            <a:ext cx="179070" cy="1206808"/>
          </a:xfrm>
          <a:prstGeom prst="rightBracket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9614AAD-107F-7797-015C-D2EBDD2F4DD1}"/>
              </a:ext>
            </a:extLst>
          </p:cNvPr>
          <p:cNvCxnSpPr>
            <a:cxnSpLocks/>
          </p:cNvCxnSpPr>
          <p:nvPr/>
        </p:nvCxnSpPr>
        <p:spPr>
          <a:xfrm>
            <a:off x="2013699" y="2949766"/>
            <a:ext cx="3275554" cy="155448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8999006-7BFB-99E4-C8D4-573FE14DB6CF}"/>
              </a:ext>
            </a:extLst>
          </p:cNvPr>
          <p:cNvSpPr/>
          <p:nvPr/>
        </p:nvSpPr>
        <p:spPr>
          <a:xfrm>
            <a:off x="1849120" y="3256515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10K MFR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4B1743-88FF-A6A1-BFCD-3CE0A99AB1AF}"/>
              </a:ext>
            </a:extLst>
          </p:cNvPr>
          <p:cNvCxnSpPr>
            <a:cxnSpLocks/>
          </p:cNvCxnSpPr>
          <p:nvPr/>
        </p:nvCxnSpPr>
        <p:spPr>
          <a:xfrm>
            <a:off x="3067730" y="2748562"/>
            <a:ext cx="1065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3DE22A9-3451-C77B-FA5D-ECB2EBE72A6B}"/>
              </a:ext>
            </a:extLst>
          </p:cNvPr>
          <p:cNvSpPr/>
          <p:nvPr/>
        </p:nvSpPr>
        <p:spPr>
          <a:xfrm>
            <a:off x="1686560" y="2243002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Power led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1" name="Right Bracket 60">
            <a:extLst>
              <a:ext uri="{FF2B5EF4-FFF2-40B4-BE49-F238E27FC236}">
                <a16:creationId xmlns:a16="http://schemas.microsoft.com/office/drawing/2014/main" id="{17534506-A5EC-A078-C1EB-F9AF0620CD35}"/>
              </a:ext>
            </a:extLst>
          </p:cNvPr>
          <p:cNvSpPr/>
          <p:nvPr/>
        </p:nvSpPr>
        <p:spPr>
          <a:xfrm rot="10596026">
            <a:off x="5172481" y="5210128"/>
            <a:ext cx="158016" cy="1044298"/>
          </a:xfrm>
          <a:prstGeom prst="rightBracket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794490DA-6D54-AAA4-9C14-CFE0CE7AB579}"/>
              </a:ext>
            </a:extLst>
          </p:cNvPr>
          <p:cNvCxnSpPr>
            <a:cxnSpLocks/>
          </p:cNvCxnSpPr>
          <p:nvPr/>
        </p:nvCxnSpPr>
        <p:spPr>
          <a:xfrm flipV="1">
            <a:off x="2750185" y="5495590"/>
            <a:ext cx="2394809" cy="153369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D6B3F49-B6CA-126B-3148-9260AA1399A2}"/>
              </a:ext>
            </a:extLst>
          </p:cNvPr>
          <p:cNvSpPr/>
          <p:nvPr/>
        </p:nvSpPr>
        <p:spPr>
          <a:xfrm>
            <a:off x="537210" y="5387427"/>
            <a:ext cx="212344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D5 D6 D7 D8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568CA25-3956-6E49-3CF4-35C6F93A8E7C}"/>
              </a:ext>
            </a:extLst>
          </p:cNvPr>
          <p:cNvSpPr/>
          <p:nvPr/>
        </p:nvSpPr>
        <p:spPr>
          <a:xfrm>
            <a:off x="2711436" y="297145"/>
            <a:ext cx="17418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104J RTS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853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 animBg="1"/>
      <p:bldP spid="14" grpId="0"/>
      <p:bldP spid="16" grpId="0"/>
      <p:bldP spid="17" grpId="0" animBg="1"/>
      <p:bldP spid="25" grpId="0"/>
      <p:bldP spid="32" grpId="0"/>
      <p:bldP spid="35" grpId="0"/>
      <p:bldP spid="40" grpId="0"/>
      <p:bldP spid="45" grpId="0"/>
      <p:bldP spid="48" grpId="0" animBg="1"/>
      <p:bldP spid="52" grpId="0"/>
      <p:bldP spid="53" grpId="0" animBg="1"/>
      <p:bldP spid="57" grpId="0"/>
      <p:bldP spid="59" grpId="0"/>
      <p:bldP spid="61" grpId="0" animBg="1"/>
      <p:bldP spid="65" grpId="0"/>
      <p:bldP spid="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bon line texture background">
            <a:extLst>
              <a:ext uri="{FF2B5EF4-FFF2-40B4-BE49-F238E27FC236}">
                <a16:creationId xmlns:a16="http://schemas.microsoft.com/office/drawing/2014/main" id="{FA7BA344-A35A-F574-A8CB-6F8F853B4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0"/>
            <a:ext cx="124206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3602E5-ABEA-280A-D65C-7C9D36CF1395}"/>
              </a:ext>
            </a:extLst>
          </p:cNvPr>
          <p:cNvSpPr/>
          <p:nvPr/>
        </p:nvSpPr>
        <p:spPr>
          <a:xfrm>
            <a:off x="2810221" y="566241"/>
            <a:ext cx="67239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Let’s Blink like a pro……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938DFA5-75B5-9177-7F5D-527C8A36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181B4-8C43-B70A-CA1A-398A33D45AE5}"/>
              </a:ext>
            </a:extLst>
          </p:cNvPr>
          <p:cNvSpPr txBox="1"/>
          <p:nvPr/>
        </p:nvSpPr>
        <p:spPr>
          <a:xfrm>
            <a:off x="811241" y="2783840"/>
            <a:ext cx="3997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A67D"/>
                </a:solidFill>
              </a:rPr>
              <a:t>void</a:t>
            </a:r>
            <a:r>
              <a:rPr lang="en-US" dirty="0">
                <a:solidFill>
                  <a:srgbClr val="C586C0"/>
                </a:solidFill>
              </a:rPr>
              <a:t> </a:t>
            </a:r>
            <a:r>
              <a:rPr lang="en-US" dirty="0">
                <a:solidFill>
                  <a:srgbClr val="BF662A"/>
                </a:solidFill>
              </a:rPr>
              <a:t>setup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rgbClr val="C586C0"/>
                </a:solidFill>
              </a:rPr>
              <a:t>   </a:t>
            </a:r>
            <a:r>
              <a:rPr lang="en-US" dirty="0" err="1">
                <a:solidFill>
                  <a:srgbClr val="BF662A"/>
                </a:solidFill>
              </a:rPr>
              <a:t>pinMode</a:t>
            </a:r>
            <a:r>
              <a:rPr lang="en-US" dirty="0">
                <a:solidFill>
                  <a:schemeClr val="bg1"/>
                </a:solidFill>
              </a:rPr>
              <a:t>(LED_BUILTIN, OUTPUT);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r>
              <a:rPr lang="en-US" dirty="0">
                <a:solidFill>
                  <a:srgbClr val="00A67D"/>
                </a:solidFill>
              </a:rPr>
              <a:t>void</a:t>
            </a:r>
            <a:r>
              <a:rPr lang="en-US" dirty="0">
                <a:solidFill>
                  <a:srgbClr val="C586C0"/>
                </a:solidFill>
              </a:rPr>
              <a:t> </a:t>
            </a:r>
            <a:r>
              <a:rPr lang="en-US" dirty="0">
                <a:solidFill>
                  <a:srgbClr val="BF662A"/>
                </a:solidFill>
              </a:rPr>
              <a:t>loop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rgbClr val="C586C0"/>
                </a:solidFill>
              </a:rPr>
              <a:t>  </a:t>
            </a:r>
            <a:r>
              <a:rPr lang="en-US" dirty="0" err="1">
                <a:solidFill>
                  <a:srgbClr val="BF662A"/>
                </a:solidFill>
              </a:rPr>
              <a:t>digitalWrite</a:t>
            </a:r>
            <a:r>
              <a:rPr lang="en-US" dirty="0">
                <a:solidFill>
                  <a:schemeClr val="bg1"/>
                </a:solidFill>
              </a:rPr>
              <a:t>(LED_BUILTIN, HIGH);  </a:t>
            </a:r>
          </a:p>
          <a:p>
            <a:r>
              <a:rPr lang="en-US" dirty="0">
                <a:solidFill>
                  <a:srgbClr val="C586C0"/>
                </a:solidFill>
              </a:rPr>
              <a:t>  </a:t>
            </a:r>
            <a:r>
              <a:rPr lang="en-US" dirty="0">
                <a:solidFill>
                  <a:srgbClr val="BF662A"/>
                </a:solidFill>
              </a:rPr>
              <a:t>delay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rgbClr val="00A67D"/>
                </a:solidFill>
              </a:rPr>
              <a:t>1000</a:t>
            </a:r>
            <a:r>
              <a:rPr lang="en-US" dirty="0">
                <a:solidFill>
                  <a:schemeClr val="bg1"/>
                </a:solidFill>
              </a:rPr>
              <a:t>);                     </a:t>
            </a:r>
          </a:p>
          <a:p>
            <a:r>
              <a:rPr lang="en-US" dirty="0">
                <a:solidFill>
                  <a:srgbClr val="C586C0"/>
                </a:solidFill>
              </a:rPr>
              <a:t>  </a:t>
            </a:r>
            <a:r>
              <a:rPr lang="en-US" dirty="0" err="1">
                <a:solidFill>
                  <a:srgbClr val="BF662A"/>
                </a:solidFill>
              </a:rPr>
              <a:t>digitalWrite</a:t>
            </a:r>
            <a:r>
              <a:rPr lang="en-US" dirty="0">
                <a:solidFill>
                  <a:schemeClr val="bg1"/>
                </a:solidFill>
              </a:rPr>
              <a:t>(LED_BUILTIN, LOW);   </a:t>
            </a:r>
          </a:p>
          <a:p>
            <a:r>
              <a:rPr lang="en-US" dirty="0">
                <a:solidFill>
                  <a:srgbClr val="C586C0"/>
                </a:solidFill>
              </a:rPr>
              <a:t>  </a:t>
            </a:r>
            <a:r>
              <a:rPr lang="en-US" dirty="0">
                <a:solidFill>
                  <a:srgbClr val="BF662A"/>
                </a:solidFill>
              </a:rPr>
              <a:t>delay</a:t>
            </a:r>
            <a:r>
              <a:rPr lang="en-US" dirty="0">
                <a:solidFill>
                  <a:schemeClr val="bg1"/>
                </a:solidFill>
              </a:rPr>
              <a:t>(1000);                      </a:t>
            </a:r>
          </a:p>
          <a:p>
            <a:r>
              <a:rPr lang="en-US" dirty="0">
                <a:solidFill>
                  <a:srgbClr val="C586C0"/>
                </a:solidFill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EED19-66B1-6516-F121-38C8881228AF}"/>
              </a:ext>
            </a:extLst>
          </p:cNvPr>
          <p:cNvSpPr txBox="1"/>
          <p:nvPr/>
        </p:nvSpPr>
        <p:spPr>
          <a:xfrm>
            <a:off x="7117080" y="1788160"/>
            <a:ext cx="3997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A67D"/>
                </a:solidFill>
              </a:rPr>
              <a:t>void </a:t>
            </a:r>
            <a:r>
              <a:rPr lang="en-IN" dirty="0">
                <a:solidFill>
                  <a:schemeClr val="accent2"/>
                </a:solidFill>
              </a:rPr>
              <a:t>setup</a:t>
            </a:r>
            <a:r>
              <a:rPr lang="en-IN" dirty="0">
                <a:solidFill>
                  <a:schemeClr val="bg1"/>
                </a:solidFill>
              </a:rPr>
              <a:t>() {</a:t>
            </a:r>
          </a:p>
          <a:p>
            <a:r>
              <a:rPr lang="en-IN" dirty="0">
                <a:solidFill>
                  <a:schemeClr val="bg1"/>
                </a:solidFill>
              </a:rPr>
              <a:t>  DDRB |= (</a:t>
            </a:r>
            <a:r>
              <a:rPr lang="en-IN" dirty="0">
                <a:solidFill>
                  <a:srgbClr val="00A67D"/>
                </a:solidFill>
              </a:rPr>
              <a:t>1</a:t>
            </a:r>
            <a:r>
              <a:rPr lang="en-IN" dirty="0">
                <a:solidFill>
                  <a:schemeClr val="bg1"/>
                </a:solidFill>
              </a:rPr>
              <a:t> &lt;&lt; PB5);  // PB5 output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rgbClr val="00A67D"/>
                </a:solidFill>
              </a:rPr>
              <a:t>void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accent2"/>
                </a:solidFill>
              </a:rPr>
              <a:t>loop</a:t>
            </a:r>
            <a:r>
              <a:rPr lang="en-IN" dirty="0">
                <a:solidFill>
                  <a:schemeClr val="bg1"/>
                </a:solidFill>
              </a:rPr>
              <a:t>() {</a:t>
            </a:r>
          </a:p>
          <a:p>
            <a:r>
              <a:rPr lang="en-IN" dirty="0">
                <a:solidFill>
                  <a:schemeClr val="bg1"/>
                </a:solidFill>
              </a:rPr>
              <a:t>  </a:t>
            </a:r>
            <a:r>
              <a:rPr lang="en-IN" dirty="0">
                <a:solidFill>
                  <a:srgbClr val="00A67D"/>
                </a:solidFill>
              </a:rPr>
              <a:t>static unsigned long </a:t>
            </a:r>
            <a:r>
              <a:rPr lang="en-IN" dirty="0" err="1">
                <a:solidFill>
                  <a:srgbClr val="00A67D"/>
                </a:solidFill>
              </a:rPr>
              <a:t>lastToggle</a:t>
            </a:r>
            <a:r>
              <a:rPr lang="en-IN" dirty="0">
                <a:solidFill>
                  <a:srgbClr val="00A67D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= </a:t>
            </a:r>
            <a:r>
              <a:rPr lang="en-IN" dirty="0">
                <a:solidFill>
                  <a:srgbClr val="00A67D"/>
                </a:solidFill>
              </a:rPr>
              <a:t>0</a:t>
            </a:r>
            <a:r>
              <a:rPr lang="en-IN" dirty="0">
                <a:solidFill>
                  <a:schemeClr val="bg1"/>
                </a:solidFill>
              </a:rPr>
              <a:t>;</a:t>
            </a:r>
          </a:p>
          <a:p>
            <a:r>
              <a:rPr lang="en-IN" dirty="0">
                <a:solidFill>
                  <a:schemeClr val="bg1"/>
                </a:solidFill>
              </a:rPr>
              <a:t>  </a:t>
            </a:r>
            <a:r>
              <a:rPr lang="en-IN" dirty="0">
                <a:solidFill>
                  <a:srgbClr val="00A67D"/>
                </a:solidFill>
              </a:rPr>
              <a:t>unsigned long now </a:t>
            </a:r>
            <a:r>
              <a:rPr lang="en-IN" dirty="0">
                <a:solidFill>
                  <a:schemeClr val="bg1"/>
                </a:solidFill>
              </a:rPr>
              <a:t>= </a:t>
            </a:r>
            <a:r>
              <a:rPr lang="en-IN" dirty="0" err="1">
                <a:solidFill>
                  <a:schemeClr val="accent2"/>
                </a:solidFill>
              </a:rPr>
              <a:t>millis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 </a:t>
            </a:r>
            <a:r>
              <a:rPr lang="en-IN" dirty="0">
                <a:solidFill>
                  <a:srgbClr val="C586C0"/>
                </a:solidFill>
              </a:rPr>
              <a:t> if </a:t>
            </a:r>
            <a:r>
              <a:rPr lang="en-IN" dirty="0">
                <a:solidFill>
                  <a:schemeClr val="bg1"/>
                </a:solidFill>
              </a:rPr>
              <a:t>(now - </a:t>
            </a:r>
            <a:r>
              <a:rPr lang="en-IN" dirty="0" err="1">
                <a:solidFill>
                  <a:schemeClr val="bg1"/>
                </a:solidFill>
              </a:rPr>
              <a:t>lastToggle</a:t>
            </a:r>
            <a:r>
              <a:rPr lang="en-IN" dirty="0">
                <a:solidFill>
                  <a:schemeClr val="bg1"/>
                </a:solidFill>
              </a:rPr>
              <a:t> &gt;= </a:t>
            </a:r>
            <a:r>
              <a:rPr lang="en-IN" dirty="0">
                <a:solidFill>
                  <a:srgbClr val="00A67D"/>
                </a:solidFill>
              </a:rPr>
              <a:t>500</a:t>
            </a:r>
            <a:r>
              <a:rPr lang="en-IN" dirty="0">
                <a:solidFill>
                  <a:schemeClr val="bg1"/>
                </a:solidFill>
              </a:rPr>
              <a:t>) {   // 500 </a:t>
            </a:r>
            <a:r>
              <a:rPr lang="en-IN" dirty="0" err="1">
                <a:solidFill>
                  <a:schemeClr val="bg1"/>
                </a:solidFill>
              </a:rPr>
              <a:t>ms</a:t>
            </a:r>
            <a:r>
              <a:rPr lang="en-IN" dirty="0">
                <a:solidFill>
                  <a:schemeClr val="bg1"/>
                </a:solidFill>
              </a:rPr>
              <a:t> elapsed</a:t>
            </a:r>
          </a:p>
          <a:p>
            <a:r>
              <a:rPr lang="en-IN" dirty="0">
                <a:solidFill>
                  <a:schemeClr val="bg1"/>
                </a:solidFill>
              </a:rPr>
              <a:t>    PORTB ^= (</a:t>
            </a:r>
            <a:r>
              <a:rPr lang="en-IN" dirty="0">
                <a:solidFill>
                  <a:srgbClr val="00A67D"/>
                </a:solidFill>
              </a:rPr>
              <a:t>1</a:t>
            </a:r>
            <a:r>
              <a:rPr lang="en-IN" dirty="0">
                <a:solidFill>
                  <a:schemeClr val="bg1"/>
                </a:solidFill>
              </a:rPr>
              <a:t> &lt;&lt; PB5);           // toggle PB5</a:t>
            </a:r>
          </a:p>
          <a:p>
            <a:r>
              <a:rPr lang="en-IN" dirty="0">
                <a:solidFill>
                  <a:schemeClr val="bg1"/>
                </a:solidFill>
              </a:rPr>
              <a:t>    </a:t>
            </a:r>
            <a:r>
              <a:rPr lang="en-IN" dirty="0" err="1">
                <a:solidFill>
                  <a:schemeClr val="bg1"/>
                </a:solidFill>
              </a:rPr>
              <a:t>lastToggle</a:t>
            </a:r>
            <a:r>
              <a:rPr lang="en-IN" dirty="0">
                <a:solidFill>
                  <a:schemeClr val="bg1"/>
                </a:solidFill>
              </a:rPr>
              <a:t> = now;</a:t>
            </a:r>
          </a:p>
          <a:p>
            <a:r>
              <a:rPr lang="en-IN" dirty="0">
                <a:solidFill>
                  <a:schemeClr val="bg1"/>
                </a:solidFill>
              </a:rPr>
              <a:t>  }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25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2829</TotalTime>
  <Words>1087</Words>
  <Application>Microsoft Office PowerPoint</Application>
  <PresentationFormat>Widescreen</PresentationFormat>
  <Paragraphs>196</Paragraphs>
  <Slides>25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Algerian</vt:lpstr>
      <vt:lpstr>Arial</vt:lpstr>
      <vt:lpstr>Calibri</vt:lpstr>
      <vt:lpstr>Calibri Light</vt:lpstr>
      <vt:lpstr>Cambria Math</vt:lpstr>
      <vt:lpstr>Consolas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do we need this auto reset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Mathew Joji</dc:creator>
  <cp:lastModifiedBy>Nithin Mathew Joji</cp:lastModifiedBy>
  <cp:revision>33</cp:revision>
  <dcterms:created xsi:type="dcterms:W3CDTF">2023-09-17T08:04:48Z</dcterms:created>
  <dcterms:modified xsi:type="dcterms:W3CDTF">2025-11-20T08:07:31Z</dcterms:modified>
</cp:coreProperties>
</file>